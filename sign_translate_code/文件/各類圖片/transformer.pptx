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FE1"/>
    <a:srgbClr val="FEF7C4"/>
    <a:srgbClr val="FBF3F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E6A34D-9ABB-3C45-0C2E-39781AEF6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7D9B73-5E9B-9773-D34B-B05051BCC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CB7222-46EB-9913-47D3-6E5E9518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9409E8-EE42-0620-B83B-6DA061CF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A36B23-765C-A121-9AFC-C88CFC6B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75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3EFE9-E9EA-A050-2E92-5527F0DC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3BB8E1-577D-CC41-049B-CDF98D35A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F4262B-C716-DCC8-5A74-28418770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A83239-62F4-A462-2C1C-BADB1A18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2C7E2F-6530-23DD-919D-29B6EDD7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41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AF097D-8726-5EB0-D4C7-5B54FE02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551C68-9DF6-3305-A470-B32AC4A87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59B7C5-6F64-6D7D-2B0E-9CD72C8B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566321-7C21-6CDF-3C34-4F327CA96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80FF8B-2A96-2176-1974-EE89586F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91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1C040C-DF5F-06AE-BFED-F0E54A1E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45041F-6E2D-6EB4-69D3-1D640530A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7CBDF0-0EDF-81F2-4FA5-D9D759CFC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D52B1A-688B-8347-80F0-3077BB65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00C58A-90C5-64AF-EBCA-820580E6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32ED28-3FAB-4D62-50E7-FB38B8E8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70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5FF33B-C8BA-5F9D-29C1-B9B8DF3E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0188D4-B799-B4DD-9F6A-96495A6FA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83C3B8F-5E73-B47F-40BB-2E290013D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9A07D3C-4775-1B78-13F5-A3BDBDE32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56714B-9A28-2FA5-F35F-01909CA5B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578936-BA9B-31B2-4E77-5F06AFB0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C96DB2F-40B2-9FF6-8EDF-F2B9E2B0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C7A7547-AEC9-0F19-6AF1-DE870749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5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4F23B5-51E6-9BCC-81FC-CB377368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179AB03-DAD2-E0B9-22F7-48B8BAB2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C5BB30-118F-4A50-225C-83EA3F83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3EA31F-F1F7-6D12-3BFA-CE886BE5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67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0B8B8B0-87EA-CD7E-D8A1-70005754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9EDF29-F209-FAB6-A624-9B39FD15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E11AE6-2C50-ABA0-E8DD-42EC0A12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09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C9B19-2485-D8EA-FE0A-2063EFA9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324398-C6F7-6A89-9603-6E93D4E5F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E0727D-0C37-C0B7-1CDB-B5C9D0672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BB207C-F09E-4965-3AB6-754008CF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079C4C-8A34-4878-FC91-34F6E002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DF6657-6A61-6584-D541-E79D48D87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50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15DAA-1D3D-D614-692F-FE31C994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94D7D83-D761-163F-4AB1-527A2981C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9E086E-6CB7-35C0-1CAA-E6CB5EFF2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0CC5F9-B1B1-E3BE-7A9D-C8CC5E4A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566D1E-8E70-DA46-9179-60CC5F35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9134E6-3374-4A05-1D5F-2F125F28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83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297A24-42A6-5148-2B0E-57A4EC47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07FFEA0-4C1A-ABDE-914B-3D47A329D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26AEA5-2E22-E680-EAC8-25BD933D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78D369-1AE1-1581-C9A4-D01BFEB2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6AF050-CD40-0E17-849C-C7A0ED03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66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6394D55-31E5-C771-01C3-50A99349A6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E1F5981-7767-3844-026F-2B4E35360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A67DF7-4ADF-DB70-BECB-2F319DFCE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BD8374-4F67-292A-5500-3BE18B69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404C29-83D7-86C6-1BC8-C1818328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25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5F11FD-8C54-CEB9-B507-DD4BF286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9DC395-CE81-AB97-CE10-AB186E9DE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616130-2CDE-1C18-3616-076D036A0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28C67-EC9E-4359-A168-20F998FBB515}" type="datetimeFigureOut">
              <a:rPr lang="zh-TW" altLang="en-US" smtClean="0"/>
              <a:t>2025/7/17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CAF91E-EE2A-9AD5-5BE5-47946919F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26319B-7F42-BAD9-0778-9170B1B89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6AF80-933C-4167-947E-EF711675B7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15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1" name="群組 1300">
            <a:extLst>
              <a:ext uri="{FF2B5EF4-FFF2-40B4-BE49-F238E27FC236}">
                <a16:creationId xmlns:a16="http://schemas.microsoft.com/office/drawing/2014/main" id="{E0389CAC-330A-14CC-F6C2-8CBAD65018FA}"/>
              </a:ext>
            </a:extLst>
          </p:cNvPr>
          <p:cNvGrpSpPr/>
          <p:nvPr/>
        </p:nvGrpSpPr>
        <p:grpSpPr>
          <a:xfrm>
            <a:off x="512596" y="64054"/>
            <a:ext cx="9176989" cy="3110437"/>
            <a:chOff x="407054" y="61835"/>
            <a:chExt cx="9176989" cy="3110437"/>
          </a:xfrm>
        </p:grpSpPr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17FEB6BE-0C23-902F-14C2-1517DD953900}"/>
                </a:ext>
              </a:extLst>
            </p:cNvPr>
            <p:cNvGrpSpPr/>
            <p:nvPr/>
          </p:nvGrpSpPr>
          <p:grpSpPr>
            <a:xfrm>
              <a:off x="407054" y="322104"/>
              <a:ext cx="2130457" cy="945515"/>
              <a:chOff x="546754" y="563404"/>
              <a:chExt cx="2130457" cy="945515"/>
            </a:xfrm>
          </p:grpSpPr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5739B2C0-66B2-BCF4-4B0E-1743F300DEBD}"/>
                  </a:ext>
                </a:extLst>
              </p:cNvPr>
              <p:cNvSpPr/>
              <p:nvPr/>
            </p:nvSpPr>
            <p:spPr>
              <a:xfrm>
                <a:off x="1310323" y="580928"/>
                <a:ext cx="1366886" cy="241952"/>
              </a:xfrm>
              <a:prstGeom prst="roundRect">
                <a:avLst/>
              </a:prstGeom>
              <a:solidFill>
                <a:srgbClr val="FBF3FB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embedding</a:t>
                </a:r>
              </a:p>
            </p:txBody>
          </p:sp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74CE33EA-0825-7D76-3D08-ECD598601D5E}"/>
                  </a:ext>
                </a:extLst>
              </p:cNvPr>
              <p:cNvSpPr/>
              <p:nvPr/>
            </p:nvSpPr>
            <p:spPr>
              <a:xfrm>
                <a:off x="1310325" y="915186"/>
                <a:ext cx="1366886" cy="241952"/>
              </a:xfrm>
              <a:prstGeom prst="roundRect">
                <a:avLst/>
              </a:prstGeom>
              <a:solidFill>
                <a:srgbClr val="FBF3FB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 Embedding</a:t>
                </a:r>
              </a:p>
            </p:txBody>
          </p:sp>
          <p:sp>
            <p:nvSpPr>
              <p:cNvPr id="6" name="矩形: 圓角 5">
                <a:extLst>
                  <a:ext uri="{FF2B5EF4-FFF2-40B4-BE49-F238E27FC236}">
                    <a16:creationId xmlns:a16="http://schemas.microsoft.com/office/drawing/2014/main" id="{ED17A3FE-D35D-3D25-9B40-C43B78EF69CC}"/>
                  </a:ext>
                </a:extLst>
              </p:cNvPr>
              <p:cNvSpPr/>
              <p:nvPr/>
            </p:nvSpPr>
            <p:spPr>
              <a:xfrm>
                <a:off x="1310323" y="1249444"/>
                <a:ext cx="1366884" cy="241952"/>
              </a:xfrm>
              <a:prstGeom prst="roundRect">
                <a:avLst/>
              </a:prstGeom>
              <a:solidFill>
                <a:srgbClr val="FBF3FB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 Embedding</a:t>
                </a:r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DDC6F79-86B5-D5A5-CB25-24F9B4A00441}"/>
                  </a:ext>
                </a:extLst>
              </p:cNvPr>
              <p:cNvSpPr txBox="1"/>
              <p:nvPr/>
            </p:nvSpPr>
            <p:spPr>
              <a:xfrm>
                <a:off x="546754" y="563404"/>
                <a:ext cx="5100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805362D-0086-4490-A9E6-7F917B73298A}"/>
                  </a:ext>
                </a:extLst>
              </p:cNvPr>
              <p:cNvSpPr txBox="1"/>
              <p:nvPr/>
            </p:nvSpPr>
            <p:spPr>
              <a:xfrm>
                <a:off x="577211" y="906424"/>
                <a:ext cx="4716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</a:t>
                </a: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CFA8A96-A0AE-B2E3-EFF1-B1E5CFF36114}"/>
                  </a:ext>
                </a:extLst>
              </p:cNvPr>
              <p:cNvSpPr txBox="1"/>
              <p:nvPr/>
            </p:nvSpPr>
            <p:spPr>
              <a:xfrm>
                <a:off x="581219" y="1231920"/>
                <a:ext cx="474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</a:t>
                </a:r>
              </a:p>
            </p:txBody>
          </p:sp>
          <p:cxnSp>
            <p:nvCxnSpPr>
              <p:cNvPr id="11" name="直線單箭頭接點 10">
                <a:extLst>
                  <a:ext uri="{FF2B5EF4-FFF2-40B4-BE49-F238E27FC236}">
                    <a16:creationId xmlns:a16="http://schemas.microsoft.com/office/drawing/2014/main" id="{6D9454FA-64DC-1982-C28A-BD83C835A8DB}"/>
                  </a:ext>
                </a:extLst>
              </p:cNvPr>
              <p:cNvCxnSpPr>
                <a:stCxn id="7" idx="3"/>
                <a:endCxn id="4" idx="1"/>
              </p:cNvCxnSpPr>
              <p:nvPr/>
            </p:nvCxnSpPr>
            <p:spPr>
              <a:xfrm>
                <a:off x="1056830" y="701904"/>
                <a:ext cx="2534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線單箭頭接點 11">
                <a:extLst>
                  <a:ext uri="{FF2B5EF4-FFF2-40B4-BE49-F238E27FC236}">
                    <a16:creationId xmlns:a16="http://schemas.microsoft.com/office/drawing/2014/main" id="{99654BDE-BAE8-387D-AE88-94E2AA8A2A35}"/>
                  </a:ext>
                </a:extLst>
              </p:cNvPr>
              <p:cNvCxnSpPr/>
              <p:nvPr/>
            </p:nvCxnSpPr>
            <p:spPr>
              <a:xfrm>
                <a:off x="1079272" y="1044923"/>
                <a:ext cx="2310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線單箭頭接點 12">
                <a:extLst>
                  <a:ext uri="{FF2B5EF4-FFF2-40B4-BE49-F238E27FC236}">
                    <a16:creationId xmlns:a16="http://schemas.microsoft.com/office/drawing/2014/main" id="{6EE205D1-BE60-7377-16F2-1D3E80C7388C}"/>
                  </a:ext>
                </a:extLst>
              </p:cNvPr>
              <p:cNvCxnSpPr/>
              <p:nvPr/>
            </p:nvCxnSpPr>
            <p:spPr>
              <a:xfrm>
                <a:off x="1079271" y="1367592"/>
                <a:ext cx="2310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5BFE38BB-CFE7-2543-1B16-2E3F85855AF8}"/>
                </a:ext>
              </a:extLst>
            </p:cNvPr>
            <p:cNvSpPr/>
            <p:nvPr/>
          </p:nvSpPr>
          <p:spPr>
            <a:xfrm>
              <a:off x="2744390" y="581580"/>
              <a:ext cx="782383" cy="426564"/>
            </a:xfrm>
            <a:prstGeom prst="roundRect">
              <a:avLst/>
            </a:prstGeom>
            <a:solidFill>
              <a:srgbClr val="FCDFE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AAE4EA01-E059-DE6B-5E31-C0FB80EF7BB4}"/>
                </a:ext>
              </a:extLst>
            </p:cNvPr>
            <p:cNvCxnSpPr>
              <a:cxnSpLocks/>
              <a:stCxn id="5" idx="3"/>
              <a:endCxn id="15" idx="1"/>
            </p:cNvCxnSpPr>
            <p:nvPr/>
          </p:nvCxnSpPr>
          <p:spPr>
            <a:xfrm>
              <a:off x="2537511" y="794862"/>
              <a:ext cx="206879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接點: 肘形 31">
              <a:extLst>
                <a:ext uri="{FF2B5EF4-FFF2-40B4-BE49-F238E27FC236}">
                  <a16:creationId xmlns:a16="http://schemas.microsoft.com/office/drawing/2014/main" id="{82EF8262-9CCB-021D-C5CE-E6A6A0896137}"/>
                </a:ext>
              </a:extLst>
            </p:cNvPr>
            <p:cNvCxnSpPr>
              <a:cxnSpLocks/>
              <a:stCxn id="4" idx="3"/>
              <a:endCxn id="15" idx="1"/>
            </p:cNvCxnSpPr>
            <p:nvPr/>
          </p:nvCxnSpPr>
          <p:spPr>
            <a:xfrm>
              <a:off x="2537509" y="460604"/>
              <a:ext cx="206881" cy="334258"/>
            </a:xfrm>
            <a:prstGeom prst="bentConnector3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接點: 肘形 33">
              <a:extLst>
                <a:ext uri="{FF2B5EF4-FFF2-40B4-BE49-F238E27FC236}">
                  <a16:creationId xmlns:a16="http://schemas.microsoft.com/office/drawing/2014/main" id="{6F2C0FDE-41F1-C328-5F6F-8CBAABAE98AB}"/>
                </a:ext>
              </a:extLst>
            </p:cNvPr>
            <p:cNvCxnSpPr>
              <a:cxnSpLocks/>
              <a:stCxn id="6" idx="3"/>
              <a:endCxn id="15" idx="1"/>
            </p:cNvCxnSpPr>
            <p:nvPr/>
          </p:nvCxnSpPr>
          <p:spPr>
            <a:xfrm flipV="1">
              <a:off x="2537507" y="794862"/>
              <a:ext cx="206883" cy="334258"/>
            </a:xfrm>
            <a:prstGeom prst="bentConnector3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67173EFA-0349-59DD-9B44-9B912F1BE67C}"/>
                </a:ext>
              </a:extLst>
            </p:cNvPr>
            <p:cNvSpPr/>
            <p:nvPr/>
          </p:nvSpPr>
          <p:spPr>
            <a:xfrm>
              <a:off x="2744386" y="1129120"/>
              <a:ext cx="782383" cy="42656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 layer </a:t>
              </a:r>
              <a:endParaRPr lang="en-US" altLang="zh-TW" sz="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D34F65AA-1621-209F-DF58-85D0CE50AC06}"/>
                </a:ext>
              </a:extLst>
            </p:cNvPr>
            <p:cNvCxnSpPr>
              <a:stCxn id="15" idx="2"/>
              <a:endCxn id="55" idx="0"/>
            </p:cNvCxnSpPr>
            <p:nvPr/>
          </p:nvCxnSpPr>
          <p:spPr>
            <a:xfrm flipH="1">
              <a:off x="3135578" y="1008144"/>
              <a:ext cx="4" cy="1209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79" name="群組 1178">
              <a:extLst>
                <a:ext uri="{FF2B5EF4-FFF2-40B4-BE49-F238E27FC236}">
                  <a16:creationId xmlns:a16="http://schemas.microsoft.com/office/drawing/2014/main" id="{D04AE91C-CDD5-1691-F850-659A8D605151}"/>
                </a:ext>
              </a:extLst>
            </p:cNvPr>
            <p:cNvGrpSpPr/>
            <p:nvPr/>
          </p:nvGrpSpPr>
          <p:grpSpPr>
            <a:xfrm>
              <a:off x="946786" y="61835"/>
              <a:ext cx="8637257" cy="3110437"/>
              <a:chOff x="939567" y="75883"/>
              <a:chExt cx="8637257" cy="3110437"/>
            </a:xfrm>
          </p:grpSpPr>
          <p:grpSp>
            <p:nvGrpSpPr>
              <p:cNvPr id="1146" name="群組 1145">
                <a:extLst>
                  <a:ext uri="{FF2B5EF4-FFF2-40B4-BE49-F238E27FC236}">
                    <a16:creationId xmlns:a16="http://schemas.microsoft.com/office/drawing/2014/main" id="{80E681B7-D4D1-15DD-6453-517454FC0F7F}"/>
                  </a:ext>
                </a:extLst>
              </p:cNvPr>
              <p:cNvGrpSpPr/>
              <p:nvPr/>
            </p:nvGrpSpPr>
            <p:grpSpPr>
              <a:xfrm>
                <a:off x="3319445" y="75883"/>
                <a:ext cx="5170502" cy="3110437"/>
                <a:chOff x="3313095" y="69533"/>
                <a:chExt cx="5170502" cy="3110437"/>
              </a:xfrm>
            </p:grpSpPr>
            <p:grpSp>
              <p:nvGrpSpPr>
                <p:cNvPr id="1091" name="群組 1090">
                  <a:extLst>
                    <a:ext uri="{FF2B5EF4-FFF2-40B4-BE49-F238E27FC236}">
                      <a16:creationId xmlns:a16="http://schemas.microsoft.com/office/drawing/2014/main" id="{5012E8B7-B176-8F10-246C-E2FC843486F9}"/>
                    </a:ext>
                  </a:extLst>
                </p:cNvPr>
                <p:cNvGrpSpPr/>
                <p:nvPr/>
              </p:nvGrpSpPr>
              <p:grpSpPr>
                <a:xfrm>
                  <a:off x="3332878" y="139573"/>
                  <a:ext cx="4052576" cy="1416111"/>
                  <a:chOff x="3332878" y="139573"/>
                  <a:chExt cx="4052576" cy="1416111"/>
                </a:xfrm>
              </p:grpSpPr>
              <p:cxnSp>
                <p:nvCxnSpPr>
                  <p:cNvPr id="62" name="直線單箭頭接點 61">
                    <a:extLst>
                      <a:ext uri="{FF2B5EF4-FFF2-40B4-BE49-F238E27FC236}">
                        <a16:creationId xmlns:a16="http://schemas.microsoft.com/office/drawing/2014/main" id="{C16E955A-88BD-BCD4-3217-ADDED27BD41D}"/>
                      </a:ext>
                    </a:extLst>
                  </p:cNvPr>
                  <p:cNvCxnSpPr>
                    <a:stCxn id="55" idx="3"/>
                    <a:endCxn id="58" idx="1"/>
                  </p:cNvCxnSpPr>
                  <p:nvPr/>
                </p:nvCxnSpPr>
                <p:spPr>
                  <a:xfrm>
                    <a:off x="3526769" y="1342402"/>
                    <a:ext cx="21354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矩形: 圓角 57">
                    <a:extLst>
                      <a:ext uri="{FF2B5EF4-FFF2-40B4-BE49-F238E27FC236}">
                        <a16:creationId xmlns:a16="http://schemas.microsoft.com/office/drawing/2014/main" id="{D68A0309-5529-959B-2D22-0495DA8BEF7A}"/>
                      </a:ext>
                    </a:extLst>
                  </p:cNvPr>
                  <p:cNvSpPr/>
                  <p:nvPr/>
                </p:nvSpPr>
                <p:spPr>
                  <a:xfrm>
                    <a:off x="3740311" y="1129120"/>
                    <a:ext cx="852367" cy="426564"/>
                  </a:xfrm>
                  <a:prstGeom prst="round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Fused Embedding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05" name="直線單箭頭接點 104">
                    <a:extLst>
                      <a:ext uri="{FF2B5EF4-FFF2-40B4-BE49-F238E27FC236}">
                        <a16:creationId xmlns:a16="http://schemas.microsoft.com/office/drawing/2014/main" id="{392EED8B-EC76-584E-19C5-B55695C1F4B9}"/>
                      </a:ext>
                    </a:extLst>
                  </p:cNvPr>
                  <p:cNvCxnSpPr>
                    <a:stCxn id="58" idx="0"/>
                    <a:endCxn id="64" idx="4"/>
                  </p:cNvCxnSpPr>
                  <p:nvPr/>
                </p:nvCxnSpPr>
                <p:spPr>
                  <a:xfrm flipH="1" flipV="1">
                    <a:off x="4165903" y="961991"/>
                    <a:ext cx="592" cy="16712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8" name="矩形: 圓角 107">
                    <a:extLst>
                      <a:ext uri="{FF2B5EF4-FFF2-40B4-BE49-F238E27FC236}">
                        <a16:creationId xmlns:a16="http://schemas.microsoft.com/office/drawing/2014/main" id="{8C7B1DD9-9D69-408E-DFE8-580A179EB1EC}"/>
                      </a:ext>
                    </a:extLst>
                  </p:cNvPr>
                  <p:cNvSpPr/>
                  <p:nvPr/>
                </p:nvSpPr>
                <p:spPr>
                  <a:xfrm>
                    <a:off x="4754983" y="313221"/>
                    <a:ext cx="2630471" cy="1053700"/>
                  </a:xfrm>
                  <a:prstGeom prst="roundRect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9" name="矩形: 圓角 108">
                    <a:extLst>
                      <a:ext uri="{FF2B5EF4-FFF2-40B4-BE49-F238E27FC236}">
                        <a16:creationId xmlns:a16="http://schemas.microsoft.com/office/drawing/2014/main" id="{E58B7183-E4C2-23D1-E308-BF01F7896F08}"/>
                      </a:ext>
                    </a:extLst>
                  </p:cNvPr>
                  <p:cNvSpPr/>
                  <p:nvPr/>
                </p:nvSpPr>
                <p:spPr>
                  <a:xfrm>
                    <a:off x="5119636" y="470883"/>
                    <a:ext cx="833767" cy="426564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Muti-Head</a:t>
                    </a:r>
                  </a:p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Attention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0" name="矩形: 圓角 109">
                    <a:extLst>
                      <a:ext uri="{FF2B5EF4-FFF2-40B4-BE49-F238E27FC236}">
                        <a16:creationId xmlns:a16="http://schemas.microsoft.com/office/drawing/2014/main" id="{B7D223EE-70DD-A0AE-2712-7AFE132F1233}"/>
                      </a:ext>
                    </a:extLst>
                  </p:cNvPr>
                  <p:cNvSpPr/>
                  <p:nvPr/>
                </p:nvSpPr>
                <p:spPr>
                  <a:xfrm>
                    <a:off x="5059653" y="986886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032" name="直線接點 1031">
                    <a:extLst>
                      <a:ext uri="{FF2B5EF4-FFF2-40B4-BE49-F238E27FC236}">
                        <a16:creationId xmlns:a16="http://schemas.microsoft.com/office/drawing/2014/main" id="{2D33B287-1691-1AE7-C378-734EF09FE81B}"/>
                      </a:ext>
                    </a:extLst>
                  </p:cNvPr>
                  <p:cNvCxnSpPr>
                    <a:stCxn id="109" idx="2"/>
                    <a:endCxn id="110" idx="0"/>
                  </p:cNvCxnSpPr>
                  <p:nvPr/>
                </p:nvCxnSpPr>
                <p:spPr>
                  <a:xfrm flipH="1">
                    <a:off x="5536519" y="897447"/>
                    <a:ext cx="1" cy="8943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3" name="矩形: 圓角 1032">
                    <a:extLst>
                      <a:ext uri="{FF2B5EF4-FFF2-40B4-BE49-F238E27FC236}">
                        <a16:creationId xmlns:a16="http://schemas.microsoft.com/office/drawing/2014/main" id="{0ADCD958-DD9D-3CBE-C3DB-91C200FC86D3}"/>
                      </a:ext>
                    </a:extLst>
                  </p:cNvPr>
                  <p:cNvSpPr/>
                  <p:nvPr/>
                </p:nvSpPr>
                <p:spPr>
                  <a:xfrm>
                    <a:off x="6278138" y="979905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34" name="矩形: 圓角 1033">
                    <a:extLst>
                      <a:ext uri="{FF2B5EF4-FFF2-40B4-BE49-F238E27FC236}">
                        <a16:creationId xmlns:a16="http://schemas.microsoft.com/office/drawing/2014/main" id="{A0CFA7E5-23E3-F29D-1F67-6918E24B1421}"/>
                      </a:ext>
                    </a:extLst>
                  </p:cNvPr>
                  <p:cNvSpPr/>
                  <p:nvPr/>
                </p:nvSpPr>
                <p:spPr>
                  <a:xfrm>
                    <a:off x="6338120" y="431343"/>
                    <a:ext cx="833767" cy="426564"/>
                  </a:xfrm>
                  <a:prstGeom prst="round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Feed </a:t>
                    </a:r>
                    <a:r>
                      <a:rPr lang="en-US" altLang="zh-TW" sz="10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Forwad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036" name="接點: 肘形 1035">
                    <a:extLst>
                      <a:ext uri="{FF2B5EF4-FFF2-40B4-BE49-F238E27FC236}">
                        <a16:creationId xmlns:a16="http://schemas.microsoft.com/office/drawing/2014/main" id="{A112E5F1-AECE-B290-27B8-7C0B4AE6C2A6}"/>
                      </a:ext>
                    </a:extLst>
                  </p:cNvPr>
                  <p:cNvCxnSpPr>
                    <a:stCxn id="110" idx="3"/>
                    <a:endCxn id="1034" idx="1"/>
                  </p:cNvCxnSpPr>
                  <p:nvPr/>
                </p:nvCxnSpPr>
                <p:spPr>
                  <a:xfrm flipV="1">
                    <a:off x="6013385" y="644625"/>
                    <a:ext cx="324735" cy="424025"/>
                  </a:xfrm>
                  <a:prstGeom prst="bentConnector3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8" name="接點: 肘形 1037">
                    <a:extLst>
                      <a:ext uri="{FF2B5EF4-FFF2-40B4-BE49-F238E27FC236}">
                        <a16:creationId xmlns:a16="http://schemas.microsoft.com/office/drawing/2014/main" id="{7FDD90F9-4B1A-9CA4-30C0-FBCE1E667927}"/>
                      </a:ext>
                    </a:extLst>
                  </p:cNvPr>
                  <p:cNvCxnSpPr>
                    <a:cxnSpLocks/>
                    <a:stCxn id="110" idx="3"/>
                    <a:endCxn id="1033" idx="2"/>
                  </p:cNvCxnSpPr>
                  <p:nvPr/>
                </p:nvCxnSpPr>
                <p:spPr>
                  <a:xfrm>
                    <a:off x="6013385" y="1068650"/>
                    <a:ext cx="741619" cy="74783"/>
                  </a:xfrm>
                  <a:prstGeom prst="bentConnector4">
                    <a:avLst>
                      <a:gd name="adj1" fmla="val 21703"/>
                      <a:gd name="adj2" fmla="val 27831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0" name="直線接點 1049">
                    <a:extLst>
                      <a:ext uri="{FF2B5EF4-FFF2-40B4-BE49-F238E27FC236}">
                        <a16:creationId xmlns:a16="http://schemas.microsoft.com/office/drawing/2014/main" id="{48299789-38DF-900C-B7B3-6A0947A469D6}"/>
                      </a:ext>
                    </a:extLst>
                  </p:cNvPr>
                  <p:cNvCxnSpPr>
                    <a:stCxn id="1034" idx="2"/>
                    <a:endCxn id="1033" idx="0"/>
                  </p:cNvCxnSpPr>
                  <p:nvPr/>
                </p:nvCxnSpPr>
                <p:spPr>
                  <a:xfrm>
                    <a:off x="6755004" y="857907"/>
                    <a:ext cx="0" cy="1219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3" name="接點: 肘形 1062">
                    <a:extLst>
                      <a:ext uri="{FF2B5EF4-FFF2-40B4-BE49-F238E27FC236}">
                        <a16:creationId xmlns:a16="http://schemas.microsoft.com/office/drawing/2014/main" id="{E8F5412C-5AAA-2501-DEA4-BF06C61EDFD5}"/>
                      </a:ext>
                    </a:extLst>
                  </p:cNvPr>
                  <p:cNvCxnSpPr>
                    <a:stCxn id="108" idx="1"/>
                    <a:endCxn id="109" idx="1"/>
                  </p:cNvCxnSpPr>
                  <p:nvPr/>
                </p:nvCxnSpPr>
                <p:spPr>
                  <a:xfrm rot="10800000" flipH="1">
                    <a:off x="4754982" y="684165"/>
                    <a:ext cx="364653" cy="155906"/>
                  </a:xfrm>
                  <a:prstGeom prst="bentConnector3">
                    <a:avLst>
                      <a:gd name="adj1" fmla="val 48323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1" name="接點: 肘形 1070">
                    <a:extLst>
                      <a:ext uri="{FF2B5EF4-FFF2-40B4-BE49-F238E27FC236}">
                        <a16:creationId xmlns:a16="http://schemas.microsoft.com/office/drawing/2014/main" id="{54742D45-1DAB-1A9B-7782-28BCB4DCDD01}"/>
                      </a:ext>
                    </a:extLst>
                  </p:cNvPr>
                  <p:cNvCxnSpPr>
                    <a:stCxn id="108" idx="1"/>
                    <a:endCxn id="110" idx="2"/>
                  </p:cNvCxnSpPr>
                  <p:nvPr/>
                </p:nvCxnSpPr>
                <p:spPr>
                  <a:xfrm rot="10800000" flipH="1" flipV="1">
                    <a:off x="4754983" y="840070"/>
                    <a:ext cx="781536" cy="310343"/>
                  </a:xfrm>
                  <a:prstGeom prst="bentConnector4">
                    <a:avLst>
                      <a:gd name="adj1" fmla="val 22750"/>
                      <a:gd name="adj2" fmla="val 14725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89" name="群組 1088">
                    <a:extLst>
                      <a:ext uri="{FF2B5EF4-FFF2-40B4-BE49-F238E27FC236}">
                        <a16:creationId xmlns:a16="http://schemas.microsoft.com/office/drawing/2014/main" id="{153D0D50-FB05-E187-2023-AD7CF4AEB258}"/>
                      </a:ext>
                    </a:extLst>
                  </p:cNvPr>
                  <p:cNvGrpSpPr/>
                  <p:nvPr/>
                </p:nvGrpSpPr>
                <p:grpSpPr>
                  <a:xfrm>
                    <a:off x="3332878" y="139573"/>
                    <a:ext cx="1422105" cy="822418"/>
                    <a:chOff x="3332878" y="139573"/>
                    <a:chExt cx="1422105" cy="822418"/>
                  </a:xfrm>
                </p:grpSpPr>
                <p:grpSp>
                  <p:nvGrpSpPr>
                    <p:cNvPr id="1079" name="群組 1078">
                      <a:extLst>
                        <a:ext uri="{FF2B5EF4-FFF2-40B4-BE49-F238E27FC236}">
                          <a16:creationId xmlns:a16="http://schemas.microsoft.com/office/drawing/2014/main" id="{94F2953F-7547-233A-4F36-1ACF95E62F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97806" y="209379"/>
                      <a:ext cx="336193" cy="752612"/>
                      <a:chOff x="3997806" y="209379"/>
                      <a:chExt cx="336193" cy="752612"/>
                    </a:xfrm>
                  </p:grpSpPr>
                  <p:sp>
                    <p:nvSpPr>
                      <p:cNvPr id="64" name="流程圖: 或 63">
                        <a:extLst>
                          <a:ext uri="{FF2B5EF4-FFF2-40B4-BE49-F238E27FC236}">
                            <a16:creationId xmlns:a16="http://schemas.microsoft.com/office/drawing/2014/main" id="{8A7E0E7F-F8D1-6E5F-0778-7937020555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43983" y="718151"/>
                        <a:ext cx="243840" cy="243840"/>
                      </a:xfrm>
                      <a:prstGeom prst="flowChartOr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cxnSp>
                    <p:nvCxnSpPr>
                      <p:cNvPr id="68" name="直線接點 67">
                        <a:extLst>
                          <a:ext uri="{FF2B5EF4-FFF2-40B4-BE49-F238E27FC236}">
                            <a16:creationId xmlns:a16="http://schemas.microsoft.com/office/drawing/2014/main" id="{D157AFD0-9453-4EE9-3EE2-880E40CACE2E}"/>
                          </a:ext>
                        </a:extLst>
                      </p:cNvPr>
                      <p:cNvCxnSpPr>
                        <a:cxnSpLocks/>
                        <a:stCxn id="71" idx="4"/>
                        <a:endCxn id="64" idx="0"/>
                      </p:cNvCxnSpPr>
                      <p:nvPr/>
                    </p:nvCxnSpPr>
                    <p:spPr>
                      <a:xfrm>
                        <a:off x="4165903" y="513131"/>
                        <a:ext cx="0" cy="20502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02" name="群組 101">
                        <a:extLst>
                          <a:ext uri="{FF2B5EF4-FFF2-40B4-BE49-F238E27FC236}">
                            <a16:creationId xmlns:a16="http://schemas.microsoft.com/office/drawing/2014/main" id="{B45DFB4F-45FB-9434-95D0-DB2CD09E5B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97806" y="209379"/>
                        <a:ext cx="336193" cy="303752"/>
                        <a:chOff x="4861323" y="1538812"/>
                        <a:chExt cx="336193" cy="303752"/>
                      </a:xfrm>
                    </p:grpSpPr>
                    <p:sp>
                      <p:nvSpPr>
                        <p:cNvPr id="71" name="橢圓 70">
                          <a:extLst>
                            <a:ext uri="{FF2B5EF4-FFF2-40B4-BE49-F238E27FC236}">
                              <a16:creationId xmlns:a16="http://schemas.microsoft.com/office/drawing/2014/main" id="{587D69C9-4593-74D7-E4FE-A35F0ABA42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77544" y="1538812"/>
                          <a:ext cx="303752" cy="303752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TW" altLang="en-US" dirty="0"/>
                        </a:p>
                      </p:txBody>
                    </p:sp>
                    <p:grpSp>
                      <p:nvGrpSpPr>
                        <p:cNvPr id="101" name="群組 100">
                          <a:extLst>
                            <a:ext uri="{FF2B5EF4-FFF2-40B4-BE49-F238E27FC236}">
                              <a16:creationId xmlns:a16="http://schemas.microsoft.com/office/drawing/2014/main" id="{25AA5156-20C4-FEEE-4F8A-764A45D96F0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861323" y="1613808"/>
                          <a:ext cx="336193" cy="153760"/>
                          <a:chOff x="4846538" y="1615377"/>
                          <a:chExt cx="336193" cy="153760"/>
                        </a:xfrm>
                      </p:grpSpPr>
                      <p:pic>
                        <p:nvPicPr>
                          <p:cNvPr id="99" name="圖片 98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2E927F7C-7CF2-2DDE-3B55-24236D781A22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>
                            <a:off x="4846538" y="1615377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00" name="圖片 99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5E4F8142-2445-4735-CB48-9EA8D24C8672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4999849" y="1691942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</p:grpSp>
                </p:grpSp>
                <p:cxnSp>
                  <p:nvCxnSpPr>
                    <p:cNvPr id="107" name="直線接點 106">
                      <a:extLst>
                        <a:ext uri="{FF2B5EF4-FFF2-40B4-BE49-F238E27FC236}">
                          <a16:creationId xmlns:a16="http://schemas.microsoft.com/office/drawing/2014/main" id="{FE69F80C-30E7-1A34-874E-7E449B713F8D}"/>
                        </a:ext>
                      </a:extLst>
                    </p:cNvPr>
                    <p:cNvCxnSpPr>
                      <a:cxnSpLocks/>
                      <a:stCxn id="64" idx="6"/>
                      <a:endCxn id="108" idx="1"/>
                    </p:cNvCxnSpPr>
                    <p:nvPr/>
                  </p:nvCxnSpPr>
                  <p:spPr>
                    <a:xfrm>
                      <a:off x="4287823" y="840071"/>
                      <a:ext cx="467160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88" name="文字方塊 1087">
                      <a:extLst>
                        <a:ext uri="{FF2B5EF4-FFF2-40B4-BE49-F238E27FC236}">
                          <a16:creationId xmlns:a16="http://schemas.microsoft.com/office/drawing/2014/main" id="{82AFC5F9-9D48-7715-D048-6FD142CCD2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2878" y="139573"/>
                      <a:ext cx="102090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Postitional</a:t>
                      </a:r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Encoding</a:t>
                      </a:r>
                      <a:endParaRPr lang="en-US" altLang="zh-TW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143" name="群組 1142">
                  <a:extLst>
                    <a:ext uri="{FF2B5EF4-FFF2-40B4-BE49-F238E27FC236}">
                      <a16:creationId xmlns:a16="http://schemas.microsoft.com/office/drawing/2014/main" id="{826E18A4-5BB1-8059-7695-EA96F20787B3}"/>
                    </a:ext>
                  </a:extLst>
                </p:cNvPr>
                <p:cNvGrpSpPr/>
                <p:nvPr/>
              </p:nvGrpSpPr>
              <p:grpSpPr>
                <a:xfrm>
                  <a:off x="3313095" y="1857723"/>
                  <a:ext cx="5170502" cy="1226085"/>
                  <a:chOff x="3313095" y="1857723"/>
                  <a:chExt cx="5170502" cy="1226085"/>
                </a:xfrm>
              </p:grpSpPr>
              <p:grpSp>
                <p:nvGrpSpPr>
                  <p:cNvPr id="1093" name="群組 1092">
                    <a:extLst>
                      <a:ext uri="{FF2B5EF4-FFF2-40B4-BE49-F238E27FC236}">
                        <a16:creationId xmlns:a16="http://schemas.microsoft.com/office/drawing/2014/main" id="{E1E7CED3-244A-E33C-86F2-CDA57836CC25}"/>
                      </a:ext>
                    </a:extLst>
                  </p:cNvPr>
                  <p:cNvGrpSpPr/>
                  <p:nvPr/>
                </p:nvGrpSpPr>
                <p:grpSpPr>
                  <a:xfrm>
                    <a:off x="3313095" y="2262653"/>
                    <a:ext cx="1020904" cy="821155"/>
                    <a:chOff x="3313853" y="2078584"/>
                    <a:chExt cx="1020904" cy="821155"/>
                  </a:xfrm>
                </p:grpSpPr>
                <p:grpSp>
                  <p:nvGrpSpPr>
                    <p:cNvPr id="1080" name="群組 1079">
                      <a:extLst>
                        <a:ext uri="{FF2B5EF4-FFF2-40B4-BE49-F238E27FC236}">
                          <a16:creationId xmlns:a16="http://schemas.microsoft.com/office/drawing/2014/main" id="{5D9BDE2B-B8A0-556E-6866-E65574FCB2EA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3997806" y="2078584"/>
                      <a:ext cx="336193" cy="752612"/>
                      <a:chOff x="3997806" y="209379"/>
                      <a:chExt cx="336193" cy="752612"/>
                    </a:xfrm>
                  </p:grpSpPr>
                  <p:sp>
                    <p:nvSpPr>
                      <p:cNvPr id="1081" name="流程圖: 或 1080">
                        <a:extLst>
                          <a:ext uri="{FF2B5EF4-FFF2-40B4-BE49-F238E27FC236}">
                            <a16:creationId xmlns:a16="http://schemas.microsoft.com/office/drawing/2014/main" id="{8FA2CC16-9B4F-36F5-6843-EC5D03123C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43983" y="718151"/>
                        <a:ext cx="243840" cy="243840"/>
                      </a:xfrm>
                      <a:prstGeom prst="flowChartOr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cxnSp>
                    <p:nvCxnSpPr>
                      <p:cNvPr id="1082" name="直線接點 1081">
                        <a:extLst>
                          <a:ext uri="{FF2B5EF4-FFF2-40B4-BE49-F238E27FC236}">
                            <a16:creationId xmlns:a16="http://schemas.microsoft.com/office/drawing/2014/main" id="{2960C950-28D3-7AE5-1FE3-C68C0EE27ED9}"/>
                          </a:ext>
                        </a:extLst>
                      </p:cNvPr>
                      <p:cNvCxnSpPr>
                        <a:cxnSpLocks/>
                        <a:stCxn id="1084" idx="4"/>
                        <a:endCxn id="1081" idx="0"/>
                      </p:cNvCxnSpPr>
                      <p:nvPr/>
                    </p:nvCxnSpPr>
                    <p:spPr>
                      <a:xfrm>
                        <a:off x="4165903" y="513131"/>
                        <a:ext cx="0" cy="20502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083" name="群組 1082">
                        <a:extLst>
                          <a:ext uri="{FF2B5EF4-FFF2-40B4-BE49-F238E27FC236}">
                            <a16:creationId xmlns:a16="http://schemas.microsoft.com/office/drawing/2014/main" id="{A1011726-F230-471A-4FB2-37503F7924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97806" y="209379"/>
                        <a:ext cx="336193" cy="303752"/>
                        <a:chOff x="4861323" y="1538812"/>
                        <a:chExt cx="336193" cy="303752"/>
                      </a:xfrm>
                    </p:grpSpPr>
                    <p:sp>
                      <p:nvSpPr>
                        <p:cNvPr id="1084" name="橢圓 1083">
                          <a:extLst>
                            <a:ext uri="{FF2B5EF4-FFF2-40B4-BE49-F238E27FC236}">
                              <a16:creationId xmlns:a16="http://schemas.microsoft.com/office/drawing/2014/main" id="{85030846-0D0B-AF62-7D55-5FE0399216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77544" y="1538812"/>
                          <a:ext cx="303752" cy="303752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TW" altLang="en-US" dirty="0"/>
                        </a:p>
                      </p:txBody>
                    </p:sp>
                    <p:grpSp>
                      <p:nvGrpSpPr>
                        <p:cNvPr id="1085" name="群組 1084">
                          <a:extLst>
                            <a:ext uri="{FF2B5EF4-FFF2-40B4-BE49-F238E27FC236}">
                              <a16:creationId xmlns:a16="http://schemas.microsoft.com/office/drawing/2014/main" id="{51F81F12-9C72-24B2-F7D4-5F929819E1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861323" y="1613808"/>
                          <a:ext cx="336193" cy="153760"/>
                          <a:chOff x="4846538" y="1615377"/>
                          <a:chExt cx="336193" cy="153760"/>
                        </a:xfrm>
                      </p:grpSpPr>
                      <p:pic>
                        <p:nvPicPr>
                          <p:cNvPr id="1086" name="圖片 1085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47DD9CBD-A7C2-6F6B-5837-DFA64FEB0527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>
                            <a:off x="4846538" y="1615377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087" name="圖片 1086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EB56883C-FC6F-D568-CFFD-63CB527210F0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4999849" y="1691942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</p:grpSp>
                </p:grpSp>
                <p:sp>
                  <p:nvSpPr>
                    <p:cNvPr id="1092" name="文字方塊 1091">
                      <a:extLst>
                        <a:ext uri="{FF2B5EF4-FFF2-40B4-BE49-F238E27FC236}">
                          <a16:creationId xmlns:a16="http://schemas.microsoft.com/office/drawing/2014/main" id="{996E4471-B338-B439-77EE-B4294E4291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13853" y="2499629"/>
                      <a:ext cx="102090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Postitional</a:t>
                      </a:r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Encoding</a:t>
                      </a:r>
                      <a:endParaRPr lang="en-US" altLang="zh-TW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095" name="矩形: 圓角 1094">
                    <a:extLst>
                      <a:ext uri="{FF2B5EF4-FFF2-40B4-BE49-F238E27FC236}">
                        <a16:creationId xmlns:a16="http://schemas.microsoft.com/office/drawing/2014/main" id="{0DE749D4-7DA4-D13F-CC0B-4F6BE377A6B2}"/>
                      </a:ext>
                    </a:extLst>
                  </p:cNvPr>
                  <p:cNvSpPr/>
                  <p:nvPr/>
                </p:nvSpPr>
                <p:spPr>
                  <a:xfrm>
                    <a:off x="4754982" y="1857723"/>
                    <a:ext cx="3728615" cy="1053700"/>
                  </a:xfrm>
                  <a:prstGeom prst="roundRect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097" name="直線接點 1096">
                    <a:extLst>
                      <a:ext uri="{FF2B5EF4-FFF2-40B4-BE49-F238E27FC236}">
                        <a16:creationId xmlns:a16="http://schemas.microsoft.com/office/drawing/2014/main" id="{567671B5-FB09-9517-4F74-D9D80DA2AA4E}"/>
                      </a:ext>
                    </a:extLst>
                  </p:cNvPr>
                  <p:cNvCxnSpPr>
                    <a:stCxn id="1081" idx="2"/>
                    <a:endCxn id="1095" idx="1"/>
                  </p:cNvCxnSpPr>
                  <p:nvPr/>
                </p:nvCxnSpPr>
                <p:spPr>
                  <a:xfrm>
                    <a:off x="4287064" y="2384573"/>
                    <a:ext cx="46791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9" name="矩形: 圓角 1098">
                    <a:extLst>
                      <a:ext uri="{FF2B5EF4-FFF2-40B4-BE49-F238E27FC236}">
                        <a16:creationId xmlns:a16="http://schemas.microsoft.com/office/drawing/2014/main" id="{6B3536B9-992E-F51B-8083-D446A1A895C3}"/>
                      </a:ext>
                    </a:extLst>
                  </p:cNvPr>
                  <p:cNvSpPr/>
                  <p:nvPr/>
                </p:nvSpPr>
                <p:spPr>
                  <a:xfrm>
                    <a:off x="6278138" y="2010580"/>
                    <a:ext cx="833767" cy="426564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Muti-Head</a:t>
                    </a:r>
                  </a:p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Attention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00" name="矩形: 圓角 1099">
                    <a:extLst>
                      <a:ext uri="{FF2B5EF4-FFF2-40B4-BE49-F238E27FC236}">
                        <a16:creationId xmlns:a16="http://schemas.microsoft.com/office/drawing/2014/main" id="{26647A5B-5932-5012-DB8A-E81F7C8D46DF}"/>
                      </a:ext>
                    </a:extLst>
                  </p:cNvPr>
                  <p:cNvSpPr/>
                  <p:nvPr/>
                </p:nvSpPr>
                <p:spPr>
                  <a:xfrm>
                    <a:off x="6218155" y="2526583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101" name="直線接點 1100">
                    <a:extLst>
                      <a:ext uri="{FF2B5EF4-FFF2-40B4-BE49-F238E27FC236}">
                        <a16:creationId xmlns:a16="http://schemas.microsoft.com/office/drawing/2014/main" id="{DCE65F22-F700-98BC-5F1F-E1F85C2AF0C6}"/>
                      </a:ext>
                    </a:extLst>
                  </p:cNvPr>
                  <p:cNvCxnSpPr>
                    <a:stCxn id="1099" idx="2"/>
                    <a:endCxn id="1100" idx="0"/>
                  </p:cNvCxnSpPr>
                  <p:nvPr/>
                </p:nvCxnSpPr>
                <p:spPr>
                  <a:xfrm flipH="1">
                    <a:off x="6695021" y="2437144"/>
                    <a:ext cx="1" cy="8943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2" name="矩形: 圓角 1101">
                    <a:extLst>
                      <a:ext uri="{FF2B5EF4-FFF2-40B4-BE49-F238E27FC236}">
                        <a16:creationId xmlns:a16="http://schemas.microsoft.com/office/drawing/2014/main" id="{265F1AB3-D135-6369-EDE5-ECA74AC2A758}"/>
                      </a:ext>
                    </a:extLst>
                  </p:cNvPr>
                  <p:cNvSpPr/>
                  <p:nvPr/>
                </p:nvSpPr>
                <p:spPr>
                  <a:xfrm>
                    <a:off x="7436640" y="2519602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03" name="矩形: 圓角 1102">
                    <a:extLst>
                      <a:ext uri="{FF2B5EF4-FFF2-40B4-BE49-F238E27FC236}">
                        <a16:creationId xmlns:a16="http://schemas.microsoft.com/office/drawing/2014/main" id="{260A92C9-2E91-AF7B-CE0B-F9474AA0EF39}"/>
                      </a:ext>
                    </a:extLst>
                  </p:cNvPr>
                  <p:cNvSpPr/>
                  <p:nvPr/>
                </p:nvSpPr>
                <p:spPr>
                  <a:xfrm>
                    <a:off x="7496622" y="1971040"/>
                    <a:ext cx="833767" cy="426564"/>
                  </a:xfrm>
                  <a:prstGeom prst="round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Feed </a:t>
                    </a:r>
                    <a:r>
                      <a:rPr lang="en-US" altLang="zh-TW" sz="10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Forwad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22" name="群組 1121">
                    <a:extLst>
                      <a:ext uri="{FF2B5EF4-FFF2-40B4-BE49-F238E27FC236}">
                        <a16:creationId xmlns:a16="http://schemas.microsoft.com/office/drawing/2014/main" id="{8158F9DB-FCDD-0D6D-64FA-E73E89E95D10}"/>
                      </a:ext>
                    </a:extLst>
                  </p:cNvPr>
                  <p:cNvGrpSpPr/>
                  <p:nvPr/>
                </p:nvGrpSpPr>
                <p:grpSpPr>
                  <a:xfrm>
                    <a:off x="7171887" y="2184322"/>
                    <a:ext cx="741619" cy="498808"/>
                    <a:chOff x="7171887" y="2184322"/>
                    <a:chExt cx="741619" cy="498808"/>
                  </a:xfrm>
                </p:grpSpPr>
                <p:cxnSp>
                  <p:nvCxnSpPr>
                    <p:cNvPr id="1104" name="接點: 肘形 1103">
                      <a:extLst>
                        <a:ext uri="{FF2B5EF4-FFF2-40B4-BE49-F238E27FC236}">
                          <a16:creationId xmlns:a16="http://schemas.microsoft.com/office/drawing/2014/main" id="{77E85CDE-7C63-CFC6-1035-3BDA7F6EBBEF}"/>
                        </a:ext>
                      </a:extLst>
                    </p:cNvPr>
                    <p:cNvCxnSpPr>
                      <a:cxnSpLocks/>
                      <a:stCxn id="1100" idx="3"/>
                      <a:endCxn id="1103" idx="1"/>
                    </p:cNvCxnSpPr>
                    <p:nvPr/>
                  </p:nvCxnSpPr>
                  <p:spPr>
                    <a:xfrm flipV="1">
                      <a:off x="7171887" y="2184322"/>
                      <a:ext cx="324735" cy="424025"/>
                    </a:xfrm>
                    <a:prstGeom prst="bentConnector3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5" name="接點: 肘形 1104">
                      <a:extLst>
                        <a:ext uri="{FF2B5EF4-FFF2-40B4-BE49-F238E27FC236}">
                          <a16:creationId xmlns:a16="http://schemas.microsoft.com/office/drawing/2014/main" id="{89E5DA80-2832-A0AD-0BA0-F0C641F7A589}"/>
                        </a:ext>
                      </a:extLst>
                    </p:cNvPr>
                    <p:cNvCxnSpPr>
                      <a:cxnSpLocks/>
                      <a:stCxn id="1100" idx="3"/>
                      <a:endCxn id="1102" idx="2"/>
                    </p:cNvCxnSpPr>
                    <p:nvPr/>
                  </p:nvCxnSpPr>
                  <p:spPr>
                    <a:xfrm>
                      <a:off x="7171887" y="2608347"/>
                      <a:ext cx="741619" cy="74783"/>
                    </a:xfrm>
                    <a:prstGeom prst="bentConnector4">
                      <a:avLst>
                        <a:gd name="adj1" fmla="val 21703"/>
                        <a:gd name="adj2" fmla="val 278316"/>
                      </a:avLst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106" name="直線接點 1105">
                    <a:extLst>
                      <a:ext uri="{FF2B5EF4-FFF2-40B4-BE49-F238E27FC236}">
                        <a16:creationId xmlns:a16="http://schemas.microsoft.com/office/drawing/2014/main" id="{7729DC33-2028-F7F7-34ED-84C5DF23699B}"/>
                      </a:ext>
                    </a:extLst>
                  </p:cNvPr>
                  <p:cNvCxnSpPr>
                    <a:cxnSpLocks/>
                    <a:stCxn id="1103" idx="2"/>
                    <a:endCxn id="1102" idx="0"/>
                  </p:cNvCxnSpPr>
                  <p:nvPr/>
                </p:nvCxnSpPr>
                <p:spPr>
                  <a:xfrm>
                    <a:off x="7913506" y="2397604"/>
                    <a:ext cx="0" cy="1219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18" name="矩形: 圓角 1117">
                    <a:extLst>
                      <a:ext uri="{FF2B5EF4-FFF2-40B4-BE49-F238E27FC236}">
                        <a16:creationId xmlns:a16="http://schemas.microsoft.com/office/drawing/2014/main" id="{1F502DD4-131E-9605-A8D2-B0D4506FEF47}"/>
                      </a:ext>
                    </a:extLst>
                  </p:cNvPr>
                  <p:cNvSpPr/>
                  <p:nvPr/>
                </p:nvSpPr>
                <p:spPr>
                  <a:xfrm>
                    <a:off x="5069686" y="1970323"/>
                    <a:ext cx="833767" cy="466104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Masked Muti-Head</a:t>
                    </a:r>
                  </a:p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Attention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19" name="矩形: 圓角 1118">
                    <a:extLst>
                      <a:ext uri="{FF2B5EF4-FFF2-40B4-BE49-F238E27FC236}">
                        <a16:creationId xmlns:a16="http://schemas.microsoft.com/office/drawing/2014/main" id="{F489E382-32E0-0465-2D0E-5C5A65A77908}"/>
                      </a:ext>
                    </a:extLst>
                  </p:cNvPr>
                  <p:cNvSpPr/>
                  <p:nvPr/>
                </p:nvSpPr>
                <p:spPr>
                  <a:xfrm>
                    <a:off x="5009703" y="2525866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120" name="直線接點 1119">
                    <a:extLst>
                      <a:ext uri="{FF2B5EF4-FFF2-40B4-BE49-F238E27FC236}">
                        <a16:creationId xmlns:a16="http://schemas.microsoft.com/office/drawing/2014/main" id="{E4A35EA1-B770-B2BB-717D-FDA3295BFF70}"/>
                      </a:ext>
                    </a:extLst>
                  </p:cNvPr>
                  <p:cNvCxnSpPr>
                    <a:cxnSpLocks/>
                    <a:stCxn id="1118" idx="2"/>
                    <a:endCxn id="1119" idx="0"/>
                  </p:cNvCxnSpPr>
                  <p:nvPr/>
                </p:nvCxnSpPr>
                <p:spPr>
                  <a:xfrm flipH="1">
                    <a:off x="5486569" y="2436427"/>
                    <a:ext cx="1" cy="8943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9" name="接點: 肘形 1128">
                    <a:extLst>
                      <a:ext uri="{FF2B5EF4-FFF2-40B4-BE49-F238E27FC236}">
                        <a16:creationId xmlns:a16="http://schemas.microsoft.com/office/drawing/2014/main" id="{A0A1C0ED-5595-DE49-780C-8959D347A1B9}"/>
                      </a:ext>
                    </a:extLst>
                  </p:cNvPr>
                  <p:cNvCxnSpPr>
                    <a:stCxn id="1119" idx="3"/>
                    <a:endCxn id="1099" idx="1"/>
                  </p:cNvCxnSpPr>
                  <p:nvPr/>
                </p:nvCxnSpPr>
                <p:spPr>
                  <a:xfrm flipV="1">
                    <a:off x="5963435" y="2223862"/>
                    <a:ext cx="314703" cy="383768"/>
                  </a:xfrm>
                  <a:prstGeom prst="bentConnector3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1" name="接點: 肘形 1130">
                    <a:extLst>
                      <a:ext uri="{FF2B5EF4-FFF2-40B4-BE49-F238E27FC236}">
                        <a16:creationId xmlns:a16="http://schemas.microsoft.com/office/drawing/2014/main" id="{9DA8D3AD-8566-DFB3-4A80-969AE7C4DE98}"/>
                      </a:ext>
                    </a:extLst>
                  </p:cNvPr>
                  <p:cNvCxnSpPr>
                    <a:stCxn id="1119" idx="3"/>
                    <a:endCxn id="1100" idx="2"/>
                  </p:cNvCxnSpPr>
                  <p:nvPr/>
                </p:nvCxnSpPr>
                <p:spPr>
                  <a:xfrm>
                    <a:off x="5963435" y="2607630"/>
                    <a:ext cx="731586" cy="82481"/>
                  </a:xfrm>
                  <a:prstGeom prst="bentConnector4">
                    <a:avLst>
                      <a:gd name="adj1" fmla="val 21315"/>
                      <a:gd name="adj2" fmla="val 269372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7" name="接點: 肘形 1136">
                    <a:extLst>
                      <a:ext uri="{FF2B5EF4-FFF2-40B4-BE49-F238E27FC236}">
                        <a16:creationId xmlns:a16="http://schemas.microsoft.com/office/drawing/2014/main" id="{0170E128-51F5-AF4E-826A-B1C857A42DEF}"/>
                      </a:ext>
                    </a:extLst>
                  </p:cNvPr>
                  <p:cNvCxnSpPr>
                    <a:stCxn id="1095" idx="1"/>
                    <a:endCxn id="1118" idx="1"/>
                  </p:cNvCxnSpPr>
                  <p:nvPr/>
                </p:nvCxnSpPr>
                <p:spPr>
                  <a:xfrm rot="10800000" flipH="1">
                    <a:off x="4754982" y="2203375"/>
                    <a:ext cx="314704" cy="181198"/>
                  </a:xfrm>
                  <a:prstGeom prst="bentConnector3">
                    <a:avLst>
                      <a:gd name="adj1" fmla="val 4388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0" name="接點: 肘形 1139">
                    <a:extLst>
                      <a:ext uri="{FF2B5EF4-FFF2-40B4-BE49-F238E27FC236}">
                        <a16:creationId xmlns:a16="http://schemas.microsoft.com/office/drawing/2014/main" id="{A875D668-B1D1-1453-1889-4115DD748EB6}"/>
                      </a:ext>
                    </a:extLst>
                  </p:cNvPr>
                  <p:cNvCxnSpPr>
                    <a:stCxn id="1095" idx="1"/>
                    <a:endCxn id="1119" idx="2"/>
                  </p:cNvCxnSpPr>
                  <p:nvPr/>
                </p:nvCxnSpPr>
                <p:spPr>
                  <a:xfrm rot="10800000" flipH="1" flipV="1">
                    <a:off x="4754981" y="2384572"/>
                    <a:ext cx="731587" cy="304821"/>
                  </a:xfrm>
                  <a:prstGeom prst="bentConnector4">
                    <a:avLst>
                      <a:gd name="adj1" fmla="val 18879"/>
                      <a:gd name="adj2" fmla="val 14471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44" name="文字方塊 1143">
                  <a:extLst>
                    <a:ext uri="{FF2B5EF4-FFF2-40B4-BE49-F238E27FC236}">
                      <a16:creationId xmlns:a16="http://schemas.microsoft.com/office/drawing/2014/main" id="{0E0D0C31-C986-AD0D-76CE-D46073644737}"/>
                    </a:ext>
                  </a:extLst>
                </p:cNvPr>
                <p:cNvSpPr txBox="1"/>
                <p:nvPr/>
              </p:nvSpPr>
              <p:spPr>
                <a:xfrm>
                  <a:off x="5873742" y="69533"/>
                  <a:ext cx="3444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Nx</a:t>
                  </a:r>
                  <a:endParaRPr lang="en-US" altLang="zh-TW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5" name="文字方塊 1144">
                  <a:extLst>
                    <a:ext uri="{FF2B5EF4-FFF2-40B4-BE49-F238E27FC236}">
                      <a16:creationId xmlns:a16="http://schemas.microsoft.com/office/drawing/2014/main" id="{4D28A93B-2CFA-E16B-2455-F1E91C7885CE}"/>
                    </a:ext>
                  </a:extLst>
                </p:cNvPr>
                <p:cNvSpPr txBox="1"/>
                <p:nvPr/>
              </p:nvSpPr>
              <p:spPr>
                <a:xfrm>
                  <a:off x="6369482" y="2933749"/>
                  <a:ext cx="3444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Nx</a:t>
                  </a:r>
                  <a:endParaRPr lang="en-US" altLang="zh-TW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135" name="接點: 肘形 1134">
                  <a:extLst>
                    <a:ext uri="{FF2B5EF4-FFF2-40B4-BE49-F238E27FC236}">
                      <a16:creationId xmlns:a16="http://schemas.microsoft.com/office/drawing/2014/main" id="{C4862DEE-A57E-AA57-8120-55D503D7BCD0}"/>
                    </a:ext>
                  </a:extLst>
                </p:cNvPr>
                <p:cNvCxnSpPr>
                  <a:stCxn id="1033" idx="3"/>
                  <a:endCxn id="1099" idx="0"/>
                </p:cNvCxnSpPr>
                <p:nvPr/>
              </p:nvCxnSpPr>
              <p:spPr>
                <a:xfrm flipH="1">
                  <a:off x="6695022" y="1061669"/>
                  <a:ext cx="536848" cy="948911"/>
                </a:xfrm>
                <a:prstGeom prst="bentConnector4">
                  <a:avLst>
                    <a:gd name="adj1" fmla="val -42582"/>
                    <a:gd name="adj2" fmla="val 54308"/>
                  </a:avLst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7" name="群組 1176">
                <a:extLst>
                  <a:ext uri="{FF2B5EF4-FFF2-40B4-BE49-F238E27FC236}">
                    <a16:creationId xmlns:a16="http://schemas.microsoft.com/office/drawing/2014/main" id="{7E701E58-A62F-A017-1758-6462A9862318}"/>
                  </a:ext>
                </a:extLst>
              </p:cNvPr>
              <p:cNvGrpSpPr/>
              <p:nvPr/>
            </p:nvGrpSpPr>
            <p:grpSpPr>
              <a:xfrm>
                <a:off x="8396722" y="1135470"/>
                <a:ext cx="1180102" cy="1472246"/>
                <a:chOff x="8396722" y="1135470"/>
                <a:chExt cx="1180102" cy="1472246"/>
              </a:xfrm>
            </p:grpSpPr>
            <p:sp>
              <p:nvSpPr>
                <p:cNvPr id="1148" name="矩形: 圓角 1147">
                  <a:extLst>
                    <a:ext uri="{FF2B5EF4-FFF2-40B4-BE49-F238E27FC236}">
                      <a16:creationId xmlns:a16="http://schemas.microsoft.com/office/drawing/2014/main" id="{B6A28A59-5907-DDF4-E596-933B5710A180}"/>
                    </a:ext>
                  </a:extLst>
                </p:cNvPr>
                <p:cNvSpPr/>
                <p:nvPr/>
              </p:nvSpPr>
              <p:spPr>
                <a:xfrm>
                  <a:off x="8744667" y="2299404"/>
                  <a:ext cx="782383" cy="308312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en-US" altLang="zh-TW" sz="5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9" name="矩形: 圓角 1148">
                  <a:extLst>
                    <a:ext uri="{FF2B5EF4-FFF2-40B4-BE49-F238E27FC236}">
                      <a16:creationId xmlns:a16="http://schemas.microsoft.com/office/drawing/2014/main" id="{E25A3ECB-AB96-41F6-0C75-77D9C0D7117B}"/>
                    </a:ext>
                  </a:extLst>
                </p:cNvPr>
                <p:cNvSpPr/>
                <p:nvPr/>
              </p:nvSpPr>
              <p:spPr>
                <a:xfrm>
                  <a:off x="8744667" y="1787048"/>
                  <a:ext cx="782383" cy="260888"/>
                </a:xfrm>
                <a:prstGeom prst="roundRect">
                  <a:avLst/>
                </a:prstGeom>
                <a:solidFill>
                  <a:srgbClr val="FEF7C4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Softmax</a:t>
                  </a:r>
                  <a:endParaRPr lang="en-US" altLang="zh-TW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153" name="接點: 肘形 1152">
                  <a:extLst>
                    <a:ext uri="{FF2B5EF4-FFF2-40B4-BE49-F238E27FC236}">
                      <a16:creationId xmlns:a16="http://schemas.microsoft.com/office/drawing/2014/main" id="{8B2EFC2E-0949-5DFB-B81D-861657A7B536}"/>
                    </a:ext>
                  </a:extLst>
                </p:cNvPr>
                <p:cNvCxnSpPr>
                  <a:cxnSpLocks/>
                  <a:stCxn id="1102" idx="3"/>
                  <a:endCxn id="1148" idx="1"/>
                </p:cNvCxnSpPr>
                <p:nvPr/>
              </p:nvCxnSpPr>
              <p:spPr>
                <a:xfrm flipV="1">
                  <a:off x="8396722" y="2453560"/>
                  <a:ext cx="347945" cy="154156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55" name="直線單箭頭接點 1154">
                  <a:extLst>
                    <a:ext uri="{FF2B5EF4-FFF2-40B4-BE49-F238E27FC236}">
                      <a16:creationId xmlns:a16="http://schemas.microsoft.com/office/drawing/2014/main" id="{6E4FEE06-AE2F-4126-24F2-540378006CFB}"/>
                    </a:ext>
                  </a:extLst>
                </p:cNvPr>
                <p:cNvCxnSpPr>
                  <a:cxnSpLocks/>
                  <a:stCxn id="1148" idx="0"/>
                  <a:endCxn id="1149" idx="2"/>
                </p:cNvCxnSpPr>
                <p:nvPr/>
              </p:nvCxnSpPr>
              <p:spPr>
                <a:xfrm flipV="1">
                  <a:off x="9135859" y="2047936"/>
                  <a:ext cx="0" cy="2514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62" name="文字方塊 1161">
                  <a:extLst>
                    <a:ext uri="{FF2B5EF4-FFF2-40B4-BE49-F238E27FC236}">
                      <a16:creationId xmlns:a16="http://schemas.microsoft.com/office/drawing/2014/main" id="{95987521-5FEB-40E7-FAE0-023733B98EDE}"/>
                    </a:ext>
                  </a:extLst>
                </p:cNvPr>
                <p:cNvSpPr txBox="1"/>
                <p:nvPr/>
              </p:nvSpPr>
              <p:spPr>
                <a:xfrm>
                  <a:off x="8694890" y="1135470"/>
                  <a:ext cx="8819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Output Probabilities</a:t>
                  </a:r>
                </a:p>
              </p:txBody>
            </p:sp>
            <p:cxnSp>
              <p:nvCxnSpPr>
                <p:cNvPr id="1164" name="直線單箭頭接點 1163">
                  <a:extLst>
                    <a:ext uri="{FF2B5EF4-FFF2-40B4-BE49-F238E27FC236}">
                      <a16:creationId xmlns:a16="http://schemas.microsoft.com/office/drawing/2014/main" id="{D27FC091-20F0-596D-3285-ADB3C038795C}"/>
                    </a:ext>
                  </a:extLst>
                </p:cNvPr>
                <p:cNvCxnSpPr>
                  <a:cxnSpLocks/>
                  <a:stCxn id="1149" idx="0"/>
                  <a:endCxn id="1162" idx="2"/>
                </p:cNvCxnSpPr>
                <p:nvPr/>
              </p:nvCxnSpPr>
              <p:spPr>
                <a:xfrm flipH="1" flipV="1">
                  <a:off x="9135857" y="1535580"/>
                  <a:ext cx="2" cy="2514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8" name="群組 1177">
                <a:extLst>
                  <a:ext uri="{FF2B5EF4-FFF2-40B4-BE49-F238E27FC236}">
                    <a16:creationId xmlns:a16="http://schemas.microsoft.com/office/drawing/2014/main" id="{CD0DA646-60BD-B2C7-9C0E-DD8C893CF4A1}"/>
                  </a:ext>
                </a:extLst>
              </p:cNvPr>
              <p:cNvGrpSpPr/>
              <p:nvPr/>
            </p:nvGrpSpPr>
            <p:grpSpPr>
              <a:xfrm>
                <a:off x="939567" y="2160089"/>
                <a:ext cx="3110007" cy="461665"/>
                <a:chOff x="939567" y="2160089"/>
                <a:chExt cx="3110007" cy="461665"/>
              </a:xfrm>
            </p:grpSpPr>
            <p:sp>
              <p:nvSpPr>
                <p:cNvPr id="1166" name="矩形: 圓角 1165">
                  <a:extLst>
                    <a:ext uri="{FF2B5EF4-FFF2-40B4-BE49-F238E27FC236}">
                      <a16:creationId xmlns:a16="http://schemas.microsoft.com/office/drawing/2014/main" id="{D4DFD504-3DE7-A4A3-782D-575B34E36681}"/>
                    </a:ext>
                  </a:extLst>
                </p:cNvPr>
                <p:cNvSpPr/>
                <p:nvPr/>
              </p:nvSpPr>
              <p:spPr>
                <a:xfrm>
                  <a:off x="2182293" y="2269946"/>
                  <a:ext cx="1482564" cy="241952"/>
                </a:xfrm>
                <a:prstGeom prst="roundRect">
                  <a:avLst/>
                </a:prstGeom>
                <a:solidFill>
                  <a:srgbClr val="FBF3FB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Output Embedding</a:t>
                  </a:r>
                </a:p>
              </p:txBody>
            </p:sp>
            <p:sp>
              <p:nvSpPr>
                <p:cNvPr id="1167" name="文字方塊 1166">
                  <a:extLst>
                    <a:ext uri="{FF2B5EF4-FFF2-40B4-BE49-F238E27FC236}">
                      <a16:creationId xmlns:a16="http://schemas.microsoft.com/office/drawing/2014/main" id="{A339AD9D-D7DE-E29E-D628-C9F2D3624792}"/>
                    </a:ext>
                  </a:extLst>
                </p:cNvPr>
                <p:cNvSpPr txBox="1"/>
                <p:nvPr/>
              </p:nvSpPr>
              <p:spPr>
                <a:xfrm>
                  <a:off x="939567" y="2160089"/>
                  <a:ext cx="103746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Outputs </a:t>
                  </a:r>
                </a:p>
                <a:p>
                  <a:pPr algn="ctr"/>
                  <a:r>
                    <a:rPr lang="en-US" altLang="zh-TW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(shifted right)</a:t>
                  </a:r>
                </a:p>
              </p:txBody>
            </p:sp>
            <p:cxnSp>
              <p:nvCxnSpPr>
                <p:cNvPr id="1169" name="直線單箭頭接點 1168">
                  <a:extLst>
                    <a:ext uri="{FF2B5EF4-FFF2-40B4-BE49-F238E27FC236}">
                      <a16:creationId xmlns:a16="http://schemas.microsoft.com/office/drawing/2014/main" id="{2DFC9B1E-F5A5-ADFE-250A-BCE18A786FAD}"/>
                    </a:ext>
                  </a:extLst>
                </p:cNvPr>
                <p:cNvCxnSpPr>
                  <a:stCxn id="1167" idx="3"/>
                  <a:endCxn id="1166" idx="1"/>
                </p:cNvCxnSpPr>
                <p:nvPr/>
              </p:nvCxnSpPr>
              <p:spPr>
                <a:xfrm>
                  <a:off x="1977030" y="2390922"/>
                  <a:ext cx="2052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2" name="直線單箭頭接點 1171">
                  <a:extLst>
                    <a:ext uri="{FF2B5EF4-FFF2-40B4-BE49-F238E27FC236}">
                      <a16:creationId xmlns:a16="http://schemas.microsoft.com/office/drawing/2014/main" id="{0054CFE7-A99E-7706-E6E3-8046AE2C70F9}"/>
                    </a:ext>
                  </a:extLst>
                </p:cNvPr>
                <p:cNvCxnSpPr>
                  <a:stCxn id="1166" idx="3"/>
                  <a:endCxn id="1081" idx="6"/>
                </p:cNvCxnSpPr>
                <p:nvPr/>
              </p:nvCxnSpPr>
              <p:spPr>
                <a:xfrm>
                  <a:off x="3664857" y="2390922"/>
                  <a:ext cx="384717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02" name="群組 1301">
            <a:extLst>
              <a:ext uri="{FF2B5EF4-FFF2-40B4-BE49-F238E27FC236}">
                <a16:creationId xmlns:a16="http://schemas.microsoft.com/office/drawing/2014/main" id="{B0193918-0864-F9D2-A9C1-92D2F0914C10}"/>
              </a:ext>
            </a:extLst>
          </p:cNvPr>
          <p:cNvGrpSpPr/>
          <p:nvPr/>
        </p:nvGrpSpPr>
        <p:grpSpPr>
          <a:xfrm>
            <a:off x="778855" y="3476381"/>
            <a:ext cx="9169772" cy="3110437"/>
            <a:chOff x="909115" y="3443853"/>
            <a:chExt cx="9169772" cy="3110437"/>
          </a:xfrm>
        </p:grpSpPr>
        <p:grpSp>
          <p:nvGrpSpPr>
            <p:cNvPr id="1180" name="群組 1179">
              <a:extLst>
                <a:ext uri="{FF2B5EF4-FFF2-40B4-BE49-F238E27FC236}">
                  <a16:creationId xmlns:a16="http://schemas.microsoft.com/office/drawing/2014/main" id="{A44D4D20-8A24-CF18-EF9C-3F5D9F01C20C}"/>
                </a:ext>
              </a:extLst>
            </p:cNvPr>
            <p:cNvGrpSpPr/>
            <p:nvPr/>
          </p:nvGrpSpPr>
          <p:grpSpPr>
            <a:xfrm>
              <a:off x="909115" y="3716541"/>
              <a:ext cx="2130457" cy="945515"/>
              <a:chOff x="546754" y="563404"/>
              <a:chExt cx="2130457" cy="945515"/>
            </a:xfrm>
          </p:grpSpPr>
          <p:sp>
            <p:nvSpPr>
              <p:cNvPr id="1181" name="矩形: 圓角 1180">
                <a:extLst>
                  <a:ext uri="{FF2B5EF4-FFF2-40B4-BE49-F238E27FC236}">
                    <a16:creationId xmlns:a16="http://schemas.microsoft.com/office/drawing/2014/main" id="{012F0CC1-8AF6-8E50-AE3F-79756E8FAED9}"/>
                  </a:ext>
                </a:extLst>
              </p:cNvPr>
              <p:cNvSpPr/>
              <p:nvPr/>
            </p:nvSpPr>
            <p:spPr>
              <a:xfrm>
                <a:off x="1310323" y="580928"/>
                <a:ext cx="1366886" cy="241952"/>
              </a:xfrm>
              <a:prstGeom prst="roundRect">
                <a:avLst/>
              </a:prstGeom>
              <a:solidFill>
                <a:srgbClr val="FBF3FB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embedding</a:t>
                </a:r>
              </a:p>
            </p:txBody>
          </p:sp>
          <p:sp>
            <p:nvSpPr>
              <p:cNvPr id="1182" name="矩形: 圓角 1181">
                <a:extLst>
                  <a:ext uri="{FF2B5EF4-FFF2-40B4-BE49-F238E27FC236}">
                    <a16:creationId xmlns:a16="http://schemas.microsoft.com/office/drawing/2014/main" id="{C9621E70-83E3-0A1D-A5CA-9A7193213DEF}"/>
                  </a:ext>
                </a:extLst>
              </p:cNvPr>
              <p:cNvSpPr/>
              <p:nvPr/>
            </p:nvSpPr>
            <p:spPr>
              <a:xfrm>
                <a:off x="1310325" y="915186"/>
                <a:ext cx="1366886" cy="241952"/>
              </a:xfrm>
              <a:prstGeom prst="roundRect">
                <a:avLst/>
              </a:prstGeom>
              <a:solidFill>
                <a:srgbClr val="FBF3FB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 Embedding</a:t>
                </a:r>
              </a:p>
            </p:txBody>
          </p:sp>
          <p:sp>
            <p:nvSpPr>
              <p:cNvPr id="1183" name="矩形: 圓角 1182">
                <a:extLst>
                  <a:ext uri="{FF2B5EF4-FFF2-40B4-BE49-F238E27FC236}">
                    <a16:creationId xmlns:a16="http://schemas.microsoft.com/office/drawing/2014/main" id="{1B59158D-348F-0A11-B319-229D0487614B}"/>
                  </a:ext>
                </a:extLst>
              </p:cNvPr>
              <p:cNvSpPr/>
              <p:nvPr/>
            </p:nvSpPr>
            <p:spPr>
              <a:xfrm>
                <a:off x="1310323" y="1249444"/>
                <a:ext cx="1366884" cy="241952"/>
              </a:xfrm>
              <a:prstGeom prst="roundRect">
                <a:avLst/>
              </a:prstGeom>
              <a:solidFill>
                <a:srgbClr val="FBF3FB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 Embedding</a:t>
                </a:r>
              </a:p>
            </p:txBody>
          </p:sp>
          <p:sp>
            <p:nvSpPr>
              <p:cNvPr id="1184" name="文字方塊 1183">
                <a:extLst>
                  <a:ext uri="{FF2B5EF4-FFF2-40B4-BE49-F238E27FC236}">
                    <a16:creationId xmlns:a16="http://schemas.microsoft.com/office/drawing/2014/main" id="{3A85456A-AD9C-CDF1-CE50-A0DCF9CDDB87}"/>
                  </a:ext>
                </a:extLst>
              </p:cNvPr>
              <p:cNvSpPr txBox="1"/>
              <p:nvPr/>
            </p:nvSpPr>
            <p:spPr>
              <a:xfrm>
                <a:off x="546754" y="563404"/>
                <a:ext cx="5100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</a:p>
            </p:txBody>
          </p:sp>
          <p:sp>
            <p:nvSpPr>
              <p:cNvPr id="1185" name="文字方塊 1184">
                <a:extLst>
                  <a:ext uri="{FF2B5EF4-FFF2-40B4-BE49-F238E27FC236}">
                    <a16:creationId xmlns:a16="http://schemas.microsoft.com/office/drawing/2014/main" id="{3DED99DA-E4E3-BA92-0AA7-E766919BDE12}"/>
                  </a:ext>
                </a:extLst>
              </p:cNvPr>
              <p:cNvSpPr txBox="1"/>
              <p:nvPr/>
            </p:nvSpPr>
            <p:spPr>
              <a:xfrm>
                <a:off x="577211" y="906424"/>
                <a:ext cx="4716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</a:t>
                </a:r>
              </a:p>
            </p:txBody>
          </p:sp>
          <p:sp>
            <p:nvSpPr>
              <p:cNvPr id="1186" name="文字方塊 1185">
                <a:extLst>
                  <a:ext uri="{FF2B5EF4-FFF2-40B4-BE49-F238E27FC236}">
                    <a16:creationId xmlns:a16="http://schemas.microsoft.com/office/drawing/2014/main" id="{052278CA-868E-0DCA-0465-A2702F11DE37}"/>
                  </a:ext>
                </a:extLst>
              </p:cNvPr>
              <p:cNvSpPr txBox="1"/>
              <p:nvPr/>
            </p:nvSpPr>
            <p:spPr>
              <a:xfrm>
                <a:off x="581219" y="1231920"/>
                <a:ext cx="4748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</a:t>
                </a:r>
              </a:p>
            </p:txBody>
          </p:sp>
          <p:cxnSp>
            <p:nvCxnSpPr>
              <p:cNvPr id="1187" name="直線單箭頭接點 1186">
                <a:extLst>
                  <a:ext uri="{FF2B5EF4-FFF2-40B4-BE49-F238E27FC236}">
                    <a16:creationId xmlns:a16="http://schemas.microsoft.com/office/drawing/2014/main" id="{0802B2CA-5C6B-D3C6-9401-A447D567BBC4}"/>
                  </a:ext>
                </a:extLst>
              </p:cNvPr>
              <p:cNvCxnSpPr>
                <a:stCxn id="1184" idx="3"/>
                <a:endCxn id="1181" idx="1"/>
              </p:cNvCxnSpPr>
              <p:nvPr/>
            </p:nvCxnSpPr>
            <p:spPr>
              <a:xfrm>
                <a:off x="1056830" y="701904"/>
                <a:ext cx="2534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8" name="直線單箭頭接點 1187">
                <a:extLst>
                  <a:ext uri="{FF2B5EF4-FFF2-40B4-BE49-F238E27FC236}">
                    <a16:creationId xmlns:a16="http://schemas.microsoft.com/office/drawing/2014/main" id="{B3216F65-A6DA-2599-33C7-9690452B3FD4}"/>
                  </a:ext>
                </a:extLst>
              </p:cNvPr>
              <p:cNvCxnSpPr/>
              <p:nvPr/>
            </p:nvCxnSpPr>
            <p:spPr>
              <a:xfrm>
                <a:off x="1079272" y="1044923"/>
                <a:ext cx="2310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9" name="直線單箭頭接點 1188">
                <a:extLst>
                  <a:ext uri="{FF2B5EF4-FFF2-40B4-BE49-F238E27FC236}">
                    <a16:creationId xmlns:a16="http://schemas.microsoft.com/office/drawing/2014/main" id="{90BED1EB-163F-0C9A-A384-F36DDB933E1C}"/>
                  </a:ext>
                </a:extLst>
              </p:cNvPr>
              <p:cNvCxnSpPr/>
              <p:nvPr/>
            </p:nvCxnSpPr>
            <p:spPr>
              <a:xfrm>
                <a:off x="1079271" y="1367592"/>
                <a:ext cx="2310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90" name="矩形: 圓角 1189">
              <a:extLst>
                <a:ext uri="{FF2B5EF4-FFF2-40B4-BE49-F238E27FC236}">
                  <a16:creationId xmlns:a16="http://schemas.microsoft.com/office/drawing/2014/main" id="{6D29B8A4-144E-FFEB-913B-27334A964136}"/>
                </a:ext>
              </a:extLst>
            </p:cNvPr>
            <p:cNvSpPr/>
            <p:nvPr/>
          </p:nvSpPr>
          <p:spPr>
            <a:xfrm>
              <a:off x="3246451" y="3920835"/>
              <a:ext cx="1036624" cy="539842"/>
            </a:xfrm>
            <a:prstGeom prst="roundRect">
              <a:avLst/>
            </a:prstGeom>
            <a:solidFill>
              <a:srgbClr val="FCDFE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/>
                <a:t>⊕</a:t>
              </a:r>
              <a:br>
                <a:rPr lang="en-US" altLang="zh-TW" sz="600" dirty="0"/>
              </a:br>
              <a:r>
                <a:rPr lang="en-US" altLang="zh-TW" sz="1100" dirty="0"/>
                <a:t>(Element-wise sum)</a:t>
              </a:r>
              <a:endParaRPr lang="en-US" altLang="zh-TW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91" name="直線接點 1190">
              <a:extLst>
                <a:ext uri="{FF2B5EF4-FFF2-40B4-BE49-F238E27FC236}">
                  <a16:creationId xmlns:a16="http://schemas.microsoft.com/office/drawing/2014/main" id="{D7885D31-CE62-0B5D-63E9-C150EDA62C9E}"/>
                </a:ext>
              </a:extLst>
            </p:cNvPr>
            <p:cNvCxnSpPr>
              <a:cxnSpLocks/>
              <a:stCxn id="1182" idx="3"/>
              <a:endCxn id="1190" idx="1"/>
            </p:cNvCxnSpPr>
            <p:nvPr/>
          </p:nvCxnSpPr>
          <p:spPr>
            <a:xfrm>
              <a:off x="3039572" y="4189299"/>
              <a:ext cx="206879" cy="1457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2" name="接點: 肘形 1191">
              <a:extLst>
                <a:ext uri="{FF2B5EF4-FFF2-40B4-BE49-F238E27FC236}">
                  <a16:creationId xmlns:a16="http://schemas.microsoft.com/office/drawing/2014/main" id="{8B3C52FB-1BA0-04E6-679C-F2BAF1BC3332}"/>
                </a:ext>
              </a:extLst>
            </p:cNvPr>
            <p:cNvCxnSpPr>
              <a:cxnSpLocks/>
              <a:stCxn id="1181" idx="3"/>
              <a:endCxn id="1190" idx="1"/>
            </p:cNvCxnSpPr>
            <p:nvPr/>
          </p:nvCxnSpPr>
          <p:spPr>
            <a:xfrm>
              <a:off x="3039570" y="3855041"/>
              <a:ext cx="206881" cy="335715"/>
            </a:xfrm>
            <a:prstGeom prst="bentConnector3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3" name="接點: 肘形 1192">
              <a:extLst>
                <a:ext uri="{FF2B5EF4-FFF2-40B4-BE49-F238E27FC236}">
                  <a16:creationId xmlns:a16="http://schemas.microsoft.com/office/drawing/2014/main" id="{750E28C2-6D45-9667-AFEB-4DF1F137E78C}"/>
                </a:ext>
              </a:extLst>
            </p:cNvPr>
            <p:cNvCxnSpPr>
              <a:cxnSpLocks/>
              <a:stCxn id="1183" idx="3"/>
              <a:endCxn id="1190" idx="1"/>
            </p:cNvCxnSpPr>
            <p:nvPr/>
          </p:nvCxnSpPr>
          <p:spPr>
            <a:xfrm flipV="1">
              <a:off x="3039568" y="4190756"/>
              <a:ext cx="206883" cy="332801"/>
            </a:xfrm>
            <a:prstGeom prst="bentConnector3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96" name="群組 1195">
              <a:extLst>
                <a:ext uri="{FF2B5EF4-FFF2-40B4-BE49-F238E27FC236}">
                  <a16:creationId xmlns:a16="http://schemas.microsoft.com/office/drawing/2014/main" id="{8F19F76D-26CA-E037-311B-36B313012DA4}"/>
                </a:ext>
              </a:extLst>
            </p:cNvPr>
            <p:cNvGrpSpPr/>
            <p:nvPr/>
          </p:nvGrpSpPr>
          <p:grpSpPr>
            <a:xfrm>
              <a:off x="1441630" y="3443853"/>
              <a:ext cx="8637257" cy="3110437"/>
              <a:chOff x="939567" y="75883"/>
              <a:chExt cx="8637257" cy="3110437"/>
            </a:xfrm>
          </p:grpSpPr>
          <p:grpSp>
            <p:nvGrpSpPr>
              <p:cNvPr id="1197" name="群組 1196">
                <a:extLst>
                  <a:ext uri="{FF2B5EF4-FFF2-40B4-BE49-F238E27FC236}">
                    <a16:creationId xmlns:a16="http://schemas.microsoft.com/office/drawing/2014/main" id="{EDE8D95F-966E-4226-C417-7981C3E6AAAC}"/>
                  </a:ext>
                </a:extLst>
              </p:cNvPr>
              <p:cNvGrpSpPr/>
              <p:nvPr/>
            </p:nvGrpSpPr>
            <p:grpSpPr>
              <a:xfrm>
                <a:off x="3319445" y="75883"/>
                <a:ext cx="5170502" cy="3110437"/>
                <a:chOff x="3313095" y="69533"/>
                <a:chExt cx="5170502" cy="3110437"/>
              </a:xfrm>
            </p:grpSpPr>
            <p:grpSp>
              <p:nvGrpSpPr>
                <p:cNvPr id="1210" name="群組 1209">
                  <a:extLst>
                    <a:ext uri="{FF2B5EF4-FFF2-40B4-BE49-F238E27FC236}">
                      <a16:creationId xmlns:a16="http://schemas.microsoft.com/office/drawing/2014/main" id="{384176E5-672F-2641-A470-E6B4DE8C2B6B}"/>
                    </a:ext>
                  </a:extLst>
                </p:cNvPr>
                <p:cNvGrpSpPr/>
                <p:nvPr/>
              </p:nvGrpSpPr>
              <p:grpSpPr>
                <a:xfrm>
                  <a:off x="3332878" y="139573"/>
                  <a:ext cx="4052576" cy="1416111"/>
                  <a:chOff x="3332878" y="139573"/>
                  <a:chExt cx="4052576" cy="1416111"/>
                </a:xfrm>
              </p:grpSpPr>
              <p:sp>
                <p:nvSpPr>
                  <p:cNvPr id="1244" name="矩形: 圓角 1243">
                    <a:extLst>
                      <a:ext uri="{FF2B5EF4-FFF2-40B4-BE49-F238E27FC236}">
                        <a16:creationId xmlns:a16="http://schemas.microsoft.com/office/drawing/2014/main" id="{E34BF021-7931-1AB9-9BB6-C21718C14FDA}"/>
                      </a:ext>
                    </a:extLst>
                  </p:cNvPr>
                  <p:cNvSpPr/>
                  <p:nvPr/>
                </p:nvSpPr>
                <p:spPr>
                  <a:xfrm>
                    <a:off x="3740311" y="1129120"/>
                    <a:ext cx="852367" cy="426564"/>
                  </a:xfrm>
                  <a:prstGeom prst="round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Fused Embedding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245" name="直線單箭頭接點 1244">
                    <a:extLst>
                      <a:ext uri="{FF2B5EF4-FFF2-40B4-BE49-F238E27FC236}">
                        <a16:creationId xmlns:a16="http://schemas.microsoft.com/office/drawing/2014/main" id="{A912CCBD-645C-92DD-BB09-3049FF53E0B1}"/>
                      </a:ext>
                    </a:extLst>
                  </p:cNvPr>
                  <p:cNvCxnSpPr>
                    <a:stCxn id="1244" idx="0"/>
                    <a:endCxn id="1261" idx="4"/>
                  </p:cNvCxnSpPr>
                  <p:nvPr/>
                </p:nvCxnSpPr>
                <p:spPr>
                  <a:xfrm flipH="1" flipV="1">
                    <a:off x="4165903" y="961991"/>
                    <a:ext cx="592" cy="16712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6" name="矩形: 圓角 1245">
                    <a:extLst>
                      <a:ext uri="{FF2B5EF4-FFF2-40B4-BE49-F238E27FC236}">
                        <a16:creationId xmlns:a16="http://schemas.microsoft.com/office/drawing/2014/main" id="{F311F4F5-255B-E58B-960D-2E6689A52D9D}"/>
                      </a:ext>
                    </a:extLst>
                  </p:cNvPr>
                  <p:cNvSpPr/>
                  <p:nvPr/>
                </p:nvSpPr>
                <p:spPr>
                  <a:xfrm>
                    <a:off x="4754983" y="313221"/>
                    <a:ext cx="2630471" cy="1053700"/>
                  </a:xfrm>
                  <a:prstGeom prst="roundRect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47" name="矩形: 圓角 1246">
                    <a:extLst>
                      <a:ext uri="{FF2B5EF4-FFF2-40B4-BE49-F238E27FC236}">
                        <a16:creationId xmlns:a16="http://schemas.microsoft.com/office/drawing/2014/main" id="{8FA2B85A-416D-32FC-73D9-1528061EBB97}"/>
                      </a:ext>
                    </a:extLst>
                  </p:cNvPr>
                  <p:cNvSpPr/>
                  <p:nvPr/>
                </p:nvSpPr>
                <p:spPr>
                  <a:xfrm>
                    <a:off x="5119636" y="470883"/>
                    <a:ext cx="833767" cy="426564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Muti-Head</a:t>
                    </a:r>
                  </a:p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Attention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48" name="矩形: 圓角 1247">
                    <a:extLst>
                      <a:ext uri="{FF2B5EF4-FFF2-40B4-BE49-F238E27FC236}">
                        <a16:creationId xmlns:a16="http://schemas.microsoft.com/office/drawing/2014/main" id="{F0414B1D-C53E-2E61-AB37-41C4B3D93166}"/>
                      </a:ext>
                    </a:extLst>
                  </p:cNvPr>
                  <p:cNvSpPr/>
                  <p:nvPr/>
                </p:nvSpPr>
                <p:spPr>
                  <a:xfrm>
                    <a:off x="5059653" y="986886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249" name="直線接點 1248">
                    <a:extLst>
                      <a:ext uri="{FF2B5EF4-FFF2-40B4-BE49-F238E27FC236}">
                        <a16:creationId xmlns:a16="http://schemas.microsoft.com/office/drawing/2014/main" id="{BDE9F04C-CDAD-11C9-AE26-AD25BA4880A8}"/>
                      </a:ext>
                    </a:extLst>
                  </p:cNvPr>
                  <p:cNvCxnSpPr>
                    <a:stCxn id="1247" idx="2"/>
                    <a:endCxn id="1248" idx="0"/>
                  </p:cNvCxnSpPr>
                  <p:nvPr/>
                </p:nvCxnSpPr>
                <p:spPr>
                  <a:xfrm flipH="1">
                    <a:off x="5536519" y="897447"/>
                    <a:ext cx="1" cy="8943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0" name="矩形: 圓角 1249">
                    <a:extLst>
                      <a:ext uri="{FF2B5EF4-FFF2-40B4-BE49-F238E27FC236}">
                        <a16:creationId xmlns:a16="http://schemas.microsoft.com/office/drawing/2014/main" id="{7AF79732-EF03-BE94-86AE-608C53525EB9}"/>
                      </a:ext>
                    </a:extLst>
                  </p:cNvPr>
                  <p:cNvSpPr/>
                  <p:nvPr/>
                </p:nvSpPr>
                <p:spPr>
                  <a:xfrm>
                    <a:off x="6278138" y="979905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1" name="矩形: 圓角 1250">
                    <a:extLst>
                      <a:ext uri="{FF2B5EF4-FFF2-40B4-BE49-F238E27FC236}">
                        <a16:creationId xmlns:a16="http://schemas.microsoft.com/office/drawing/2014/main" id="{21E6195E-FAA8-A4C8-4AE1-EBEF5AF0A658}"/>
                      </a:ext>
                    </a:extLst>
                  </p:cNvPr>
                  <p:cNvSpPr/>
                  <p:nvPr/>
                </p:nvSpPr>
                <p:spPr>
                  <a:xfrm>
                    <a:off x="6338120" y="431343"/>
                    <a:ext cx="833767" cy="426564"/>
                  </a:xfrm>
                  <a:prstGeom prst="round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Feed </a:t>
                    </a:r>
                    <a:r>
                      <a:rPr lang="en-US" altLang="zh-TW" sz="10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Forwad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252" name="接點: 肘形 1251">
                    <a:extLst>
                      <a:ext uri="{FF2B5EF4-FFF2-40B4-BE49-F238E27FC236}">
                        <a16:creationId xmlns:a16="http://schemas.microsoft.com/office/drawing/2014/main" id="{5A50DC96-0A1D-2743-478C-95E141E0D889}"/>
                      </a:ext>
                    </a:extLst>
                  </p:cNvPr>
                  <p:cNvCxnSpPr>
                    <a:stCxn id="1248" idx="3"/>
                    <a:endCxn id="1251" idx="1"/>
                  </p:cNvCxnSpPr>
                  <p:nvPr/>
                </p:nvCxnSpPr>
                <p:spPr>
                  <a:xfrm flipV="1">
                    <a:off x="6013385" y="644625"/>
                    <a:ext cx="324735" cy="424025"/>
                  </a:xfrm>
                  <a:prstGeom prst="bentConnector3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3" name="接點: 肘形 1252">
                    <a:extLst>
                      <a:ext uri="{FF2B5EF4-FFF2-40B4-BE49-F238E27FC236}">
                        <a16:creationId xmlns:a16="http://schemas.microsoft.com/office/drawing/2014/main" id="{2EB28100-E807-FA51-935F-3003CE50BA6A}"/>
                      </a:ext>
                    </a:extLst>
                  </p:cNvPr>
                  <p:cNvCxnSpPr>
                    <a:cxnSpLocks/>
                    <a:stCxn id="1248" idx="3"/>
                    <a:endCxn id="1250" idx="2"/>
                  </p:cNvCxnSpPr>
                  <p:nvPr/>
                </p:nvCxnSpPr>
                <p:spPr>
                  <a:xfrm>
                    <a:off x="6013385" y="1068650"/>
                    <a:ext cx="741619" cy="74783"/>
                  </a:xfrm>
                  <a:prstGeom prst="bentConnector4">
                    <a:avLst>
                      <a:gd name="adj1" fmla="val 21703"/>
                      <a:gd name="adj2" fmla="val 27831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4" name="直線接點 1253">
                    <a:extLst>
                      <a:ext uri="{FF2B5EF4-FFF2-40B4-BE49-F238E27FC236}">
                        <a16:creationId xmlns:a16="http://schemas.microsoft.com/office/drawing/2014/main" id="{8F30356E-65C2-D38F-C64F-9BAD434234BA}"/>
                      </a:ext>
                    </a:extLst>
                  </p:cNvPr>
                  <p:cNvCxnSpPr>
                    <a:stCxn id="1251" idx="2"/>
                    <a:endCxn id="1250" idx="0"/>
                  </p:cNvCxnSpPr>
                  <p:nvPr/>
                </p:nvCxnSpPr>
                <p:spPr>
                  <a:xfrm>
                    <a:off x="6755004" y="857907"/>
                    <a:ext cx="0" cy="1219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5" name="接點: 肘形 1254">
                    <a:extLst>
                      <a:ext uri="{FF2B5EF4-FFF2-40B4-BE49-F238E27FC236}">
                        <a16:creationId xmlns:a16="http://schemas.microsoft.com/office/drawing/2014/main" id="{43AA2E05-7AC6-9C72-192B-1EF2091A3F79}"/>
                      </a:ext>
                    </a:extLst>
                  </p:cNvPr>
                  <p:cNvCxnSpPr>
                    <a:stCxn id="1246" idx="1"/>
                    <a:endCxn id="1247" idx="1"/>
                  </p:cNvCxnSpPr>
                  <p:nvPr/>
                </p:nvCxnSpPr>
                <p:spPr>
                  <a:xfrm rot="10800000" flipH="1">
                    <a:off x="4754982" y="684165"/>
                    <a:ext cx="364653" cy="155906"/>
                  </a:xfrm>
                  <a:prstGeom prst="bentConnector3">
                    <a:avLst>
                      <a:gd name="adj1" fmla="val 48323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6" name="接點: 肘形 1255">
                    <a:extLst>
                      <a:ext uri="{FF2B5EF4-FFF2-40B4-BE49-F238E27FC236}">
                        <a16:creationId xmlns:a16="http://schemas.microsoft.com/office/drawing/2014/main" id="{A87CD878-0DF6-9E93-116E-FF3D8669E767}"/>
                      </a:ext>
                    </a:extLst>
                  </p:cNvPr>
                  <p:cNvCxnSpPr>
                    <a:stCxn id="1246" idx="1"/>
                    <a:endCxn id="1248" idx="2"/>
                  </p:cNvCxnSpPr>
                  <p:nvPr/>
                </p:nvCxnSpPr>
                <p:spPr>
                  <a:xfrm rot="10800000" flipH="1" flipV="1">
                    <a:off x="4754983" y="840070"/>
                    <a:ext cx="781536" cy="310343"/>
                  </a:xfrm>
                  <a:prstGeom prst="bentConnector4">
                    <a:avLst>
                      <a:gd name="adj1" fmla="val 22750"/>
                      <a:gd name="adj2" fmla="val 14725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57" name="群組 1256">
                    <a:extLst>
                      <a:ext uri="{FF2B5EF4-FFF2-40B4-BE49-F238E27FC236}">
                        <a16:creationId xmlns:a16="http://schemas.microsoft.com/office/drawing/2014/main" id="{28C93AD1-5331-B11C-EB6A-AE4577441ED9}"/>
                      </a:ext>
                    </a:extLst>
                  </p:cNvPr>
                  <p:cNvGrpSpPr/>
                  <p:nvPr/>
                </p:nvGrpSpPr>
                <p:grpSpPr>
                  <a:xfrm>
                    <a:off x="3332878" y="139573"/>
                    <a:ext cx="1422105" cy="822418"/>
                    <a:chOff x="3332878" y="139573"/>
                    <a:chExt cx="1422105" cy="822418"/>
                  </a:xfrm>
                </p:grpSpPr>
                <p:grpSp>
                  <p:nvGrpSpPr>
                    <p:cNvPr id="1258" name="群組 1257">
                      <a:extLst>
                        <a:ext uri="{FF2B5EF4-FFF2-40B4-BE49-F238E27FC236}">
                          <a16:creationId xmlns:a16="http://schemas.microsoft.com/office/drawing/2014/main" id="{ED18363D-6418-A96B-46D0-C142544EC4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97806" y="209379"/>
                      <a:ext cx="336193" cy="752612"/>
                      <a:chOff x="3997806" y="209379"/>
                      <a:chExt cx="336193" cy="752612"/>
                    </a:xfrm>
                  </p:grpSpPr>
                  <p:sp>
                    <p:nvSpPr>
                      <p:cNvPr id="1261" name="流程圖: 或 1260">
                        <a:extLst>
                          <a:ext uri="{FF2B5EF4-FFF2-40B4-BE49-F238E27FC236}">
                            <a16:creationId xmlns:a16="http://schemas.microsoft.com/office/drawing/2014/main" id="{AB792267-4772-E2C6-ECBC-816594A16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43983" y="718151"/>
                        <a:ext cx="243840" cy="243840"/>
                      </a:xfrm>
                      <a:prstGeom prst="flowChartOr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cxnSp>
                    <p:nvCxnSpPr>
                      <p:cNvPr id="1262" name="直線接點 1261">
                        <a:extLst>
                          <a:ext uri="{FF2B5EF4-FFF2-40B4-BE49-F238E27FC236}">
                            <a16:creationId xmlns:a16="http://schemas.microsoft.com/office/drawing/2014/main" id="{07278224-E291-D3A9-E1D6-1B8545E14864}"/>
                          </a:ext>
                        </a:extLst>
                      </p:cNvPr>
                      <p:cNvCxnSpPr>
                        <a:cxnSpLocks/>
                        <a:stCxn id="1264" idx="4"/>
                        <a:endCxn id="1261" idx="0"/>
                      </p:cNvCxnSpPr>
                      <p:nvPr/>
                    </p:nvCxnSpPr>
                    <p:spPr>
                      <a:xfrm>
                        <a:off x="4165903" y="513131"/>
                        <a:ext cx="0" cy="20502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63" name="群組 1262">
                        <a:extLst>
                          <a:ext uri="{FF2B5EF4-FFF2-40B4-BE49-F238E27FC236}">
                            <a16:creationId xmlns:a16="http://schemas.microsoft.com/office/drawing/2014/main" id="{0BE82E93-4C81-E3B0-16D9-908D5C289C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97806" y="209379"/>
                        <a:ext cx="336193" cy="303752"/>
                        <a:chOff x="4861323" y="1538812"/>
                        <a:chExt cx="336193" cy="303752"/>
                      </a:xfrm>
                    </p:grpSpPr>
                    <p:sp>
                      <p:nvSpPr>
                        <p:cNvPr id="1264" name="橢圓 1263">
                          <a:extLst>
                            <a:ext uri="{FF2B5EF4-FFF2-40B4-BE49-F238E27FC236}">
                              <a16:creationId xmlns:a16="http://schemas.microsoft.com/office/drawing/2014/main" id="{59205E9B-252C-56D9-3FA0-B890A3F404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77544" y="1538812"/>
                          <a:ext cx="303752" cy="303752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TW" altLang="en-US" dirty="0"/>
                        </a:p>
                      </p:txBody>
                    </p:sp>
                    <p:grpSp>
                      <p:nvGrpSpPr>
                        <p:cNvPr id="1265" name="群組 1264">
                          <a:extLst>
                            <a:ext uri="{FF2B5EF4-FFF2-40B4-BE49-F238E27FC236}">
                              <a16:creationId xmlns:a16="http://schemas.microsoft.com/office/drawing/2014/main" id="{28956B95-E61F-CEE7-B471-9475E83947B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861323" y="1613808"/>
                          <a:ext cx="336193" cy="153760"/>
                          <a:chOff x="4846538" y="1615377"/>
                          <a:chExt cx="336193" cy="153760"/>
                        </a:xfrm>
                      </p:grpSpPr>
                      <p:pic>
                        <p:nvPicPr>
                          <p:cNvPr id="1266" name="圖片 1265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733907C8-1F31-E1D0-EF75-2D29A02364F9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>
                            <a:off x="4846538" y="1615377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267" name="圖片 1266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FB4D9498-B552-289C-DE0A-846B65B8E96A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4999849" y="1691942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</p:grpSp>
                </p:grpSp>
                <p:cxnSp>
                  <p:nvCxnSpPr>
                    <p:cNvPr id="1259" name="直線接點 1258">
                      <a:extLst>
                        <a:ext uri="{FF2B5EF4-FFF2-40B4-BE49-F238E27FC236}">
                          <a16:creationId xmlns:a16="http://schemas.microsoft.com/office/drawing/2014/main" id="{F3EEAF97-9320-B80C-AE08-05891A7E5898}"/>
                        </a:ext>
                      </a:extLst>
                    </p:cNvPr>
                    <p:cNvCxnSpPr>
                      <a:cxnSpLocks/>
                      <a:stCxn id="1261" idx="6"/>
                      <a:endCxn id="1246" idx="1"/>
                    </p:cNvCxnSpPr>
                    <p:nvPr/>
                  </p:nvCxnSpPr>
                  <p:spPr>
                    <a:xfrm>
                      <a:off x="4287823" y="840071"/>
                      <a:ext cx="467160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60" name="文字方塊 1259">
                      <a:extLst>
                        <a:ext uri="{FF2B5EF4-FFF2-40B4-BE49-F238E27FC236}">
                          <a16:creationId xmlns:a16="http://schemas.microsoft.com/office/drawing/2014/main" id="{DD41073C-8CDF-AD19-7FF1-1ECC4FEBCD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2878" y="139573"/>
                      <a:ext cx="102090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Postitional</a:t>
                      </a:r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Encoding</a:t>
                      </a:r>
                      <a:endParaRPr lang="en-US" altLang="zh-TW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211" name="群組 1210">
                  <a:extLst>
                    <a:ext uri="{FF2B5EF4-FFF2-40B4-BE49-F238E27FC236}">
                      <a16:creationId xmlns:a16="http://schemas.microsoft.com/office/drawing/2014/main" id="{01761117-87F2-2F51-A64D-58B38BCD00E1}"/>
                    </a:ext>
                  </a:extLst>
                </p:cNvPr>
                <p:cNvGrpSpPr/>
                <p:nvPr/>
              </p:nvGrpSpPr>
              <p:grpSpPr>
                <a:xfrm>
                  <a:off x="3313095" y="1857723"/>
                  <a:ext cx="5170502" cy="1226085"/>
                  <a:chOff x="3313095" y="1857723"/>
                  <a:chExt cx="5170502" cy="1226085"/>
                </a:xfrm>
              </p:grpSpPr>
              <p:grpSp>
                <p:nvGrpSpPr>
                  <p:cNvPr id="1215" name="群組 1214">
                    <a:extLst>
                      <a:ext uri="{FF2B5EF4-FFF2-40B4-BE49-F238E27FC236}">
                        <a16:creationId xmlns:a16="http://schemas.microsoft.com/office/drawing/2014/main" id="{B01F3FCB-C278-CF4C-42C7-E6A86C20B60C}"/>
                      </a:ext>
                    </a:extLst>
                  </p:cNvPr>
                  <p:cNvGrpSpPr/>
                  <p:nvPr/>
                </p:nvGrpSpPr>
                <p:grpSpPr>
                  <a:xfrm>
                    <a:off x="3313095" y="2262653"/>
                    <a:ext cx="1020904" cy="821155"/>
                    <a:chOff x="3313853" y="2078584"/>
                    <a:chExt cx="1020904" cy="821155"/>
                  </a:xfrm>
                </p:grpSpPr>
                <p:grpSp>
                  <p:nvGrpSpPr>
                    <p:cNvPr id="1234" name="群組 1233">
                      <a:extLst>
                        <a:ext uri="{FF2B5EF4-FFF2-40B4-BE49-F238E27FC236}">
                          <a16:creationId xmlns:a16="http://schemas.microsoft.com/office/drawing/2014/main" id="{55D9C01A-E9A8-E264-6CE6-5D354C9E44A2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3997806" y="2078584"/>
                      <a:ext cx="336193" cy="752612"/>
                      <a:chOff x="3997806" y="209379"/>
                      <a:chExt cx="336193" cy="752612"/>
                    </a:xfrm>
                  </p:grpSpPr>
                  <p:sp>
                    <p:nvSpPr>
                      <p:cNvPr id="1236" name="流程圖: 或 1235">
                        <a:extLst>
                          <a:ext uri="{FF2B5EF4-FFF2-40B4-BE49-F238E27FC236}">
                            <a16:creationId xmlns:a16="http://schemas.microsoft.com/office/drawing/2014/main" id="{C91A9367-5071-10BB-93DD-CF917148E5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43983" y="718151"/>
                        <a:ext cx="243840" cy="243840"/>
                      </a:xfrm>
                      <a:prstGeom prst="flowChartOr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cxnSp>
                    <p:nvCxnSpPr>
                      <p:cNvPr id="1237" name="直線接點 1236">
                        <a:extLst>
                          <a:ext uri="{FF2B5EF4-FFF2-40B4-BE49-F238E27FC236}">
                            <a16:creationId xmlns:a16="http://schemas.microsoft.com/office/drawing/2014/main" id="{578B0BE1-8146-B422-CA75-F939F50849E3}"/>
                          </a:ext>
                        </a:extLst>
                      </p:cNvPr>
                      <p:cNvCxnSpPr>
                        <a:cxnSpLocks/>
                        <a:stCxn id="1239" idx="4"/>
                        <a:endCxn id="1236" idx="0"/>
                      </p:cNvCxnSpPr>
                      <p:nvPr/>
                    </p:nvCxnSpPr>
                    <p:spPr>
                      <a:xfrm>
                        <a:off x="4165903" y="513131"/>
                        <a:ext cx="0" cy="20502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38" name="群組 1237">
                        <a:extLst>
                          <a:ext uri="{FF2B5EF4-FFF2-40B4-BE49-F238E27FC236}">
                            <a16:creationId xmlns:a16="http://schemas.microsoft.com/office/drawing/2014/main" id="{F132BD54-962E-0366-53FE-3B15A4E2A70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997806" y="209379"/>
                        <a:ext cx="336193" cy="303752"/>
                        <a:chOff x="4861323" y="1538812"/>
                        <a:chExt cx="336193" cy="303752"/>
                      </a:xfrm>
                    </p:grpSpPr>
                    <p:sp>
                      <p:nvSpPr>
                        <p:cNvPr id="1239" name="橢圓 1238">
                          <a:extLst>
                            <a:ext uri="{FF2B5EF4-FFF2-40B4-BE49-F238E27FC236}">
                              <a16:creationId xmlns:a16="http://schemas.microsoft.com/office/drawing/2014/main" id="{18FE0F29-7483-5B4C-6500-09C804595C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77544" y="1538812"/>
                          <a:ext cx="303752" cy="303752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TW" altLang="en-US" dirty="0"/>
                        </a:p>
                      </p:txBody>
                    </p:sp>
                    <p:grpSp>
                      <p:nvGrpSpPr>
                        <p:cNvPr id="1240" name="群組 1239">
                          <a:extLst>
                            <a:ext uri="{FF2B5EF4-FFF2-40B4-BE49-F238E27FC236}">
                              <a16:creationId xmlns:a16="http://schemas.microsoft.com/office/drawing/2014/main" id="{60EF4F6D-AA0D-A90E-DB67-0E47DA3DD6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861323" y="1613808"/>
                          <a:ext cx="336193" cy="153760"/>
                          <a:chOff x="4846538" y="1615377"/>
                          <a:chExt cx="336193" cy="153760"/>
                        </a:xfrm>
                      </p:grpSpPr>
                      <p:pic>
                        <p:nvPicPr>
                          <p:cNvPr id="1241" name="圖片 1240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35A84FE9-7285-76EB-A5FE-4A7EA6FB50E9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>
                            <a:off x="4846538" y="1615377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242" name="圖片 1241" descr="一張含有 白色, 黑色 的圖片&#10;&#10;AI 產生的內容可能不正確。">
                            <a:extLst>
                              <a:ext uri="{FF2B5EF4-FFF2-40B4-BE49-F238E27FC236}">
                                <a16:creationId xmlns:a16="http://schemas.microsoft.com/office/drawing/2014/main" id="{DDEB553D-CDFA-8ABD-069E-635B51F0FE03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b="58420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4999849" y="1691942"/>
                            <a:ext cx="182882" cy="7719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</p:grpSp>
                </p:grpSp>
                <p:sp>
                  <p:nvSpPr>
                    <p:cNvPr id="1235" name="文字方塊 1234">
                      <a:extLst>
                        <a:ext uri="{FF2B5EF4-FFF2-40B4-BE49-F238E27FC236}">
                          <a16:creationId xmlns:a16="http://schemas.microsoft.com/office/drawing/2014/main" id="{8B1D0641-1234-5C03-143B-4E344DB841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13853" y="2499629"/>
                      <a:ext cx="102090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TW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Postitional</a:t>
                      </a:r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Encoding</a:t>
                      </a:r>
                      <a:endParaRPr lang="en-US" altLang="zh-TW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16" name="矩形: 圓角 1215">
                    <a:extLst>
                      <a:ext uri="{FF2B5EF4-FFF2-40B4-BE49-F238E27FC236}">
                        <a16:creationId xmlns:a16="http://schemas.microsoft.com/office/drawing/2014/main" id="{649AA2BD-4863-F20F-B6CE-436E5AC4892D}"/>
                      </a:ext>
                    </a:extLst>
                  </p:cNvPr>
                  <p:cNvSpPr/>
                  <p:nvPr/>
                </p:nvSpPr>
                <p:spPr>
                  <a:xfrm>
                    <a:off x="4754982" y="1857723"/>
                    <a:ext cx="3728615" cy="1053700"/>
                  </a:xfrm>
                  <a:prstGeom prst="roundRect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217" name="直線接點 1216">
                    <a:extLst>
                      <a:ext uri="{FF2B5EF4-FFF2-40B4-BE49-F238E27FC236}">
                        <a16:creationId xmlns:a16="http://schemas.microsoft.com/office/drawing/2014/main" id="{9E315739-C9CE-6955-74E1-FBB726FB5FC3}"/>
                      </a:ext>
                    </a:extLst>
                  </p:cNvPr>
                  <p:cNvCxnSpPr>
                    <a:stCxn id="1236" idx="2"/>
                    <a:endCxn id="1216" idx="1"/>
                  </p:cNvCxnSpPr>
                  <p:nvPr/>
                </p:nvCxnSpPr>
                <p:spPr>
                  <a:xfrm>
                    <a:off x="4287064" y="2384573"/>
                    <a:ext cx="46791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8" name="矩形: 圓角 1217">
                    <a:extLst>
                      <a:ext uri="{FF2B5EF4-FFF2-40B4-BE49-F238E27FC236}">
                        <a16:creationId xmlns:a16="http://schemas.microsoft.com/office/drawing/2014/main" id="{9DCF5D78-47B5-1EA0-5875-4F81437AE444}"/>
                      </a:ext>
                    </a:extLst>
                  </p:cNvPr>
                  <p:cNvSpPr/>
                  <p:nvPr/>
                </p:nvSpPr>
                <p:spPr>
                  <a:xfrm>
                    <a:off x="6278138" y="2010580"/>
                    <a:ext cx="833767" cy="426564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Muti-Head</a:t>
                    </a:r>
                  </a:p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Attention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19" name="矩形: 圓角 1218">
                    <a:extLst>
                      <a:ext uri="{FF2B5EF4-FFF2-40B4-BE49-F238E27FC236}">
                        <a16:creationId xmlns:a16="http://schemas.microsoft.com/office/drawing/2014/main" id="{35BB4EDD-F54E-62DA-1A8E-C176AFCA1545}"/>
                      </a:ext>
                    </a:extLst>
                  </p:cNvPr>
                  <p:cNvSpPr/>
                  <p:nvPr/>
                </p:nvSpPr>
                <p:spPr>
                  <a:xfrm>
                    <a:off x="6218155" y="2526583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220" name="直線接點 1219">
                    <a:extLst>
                      <a:ext uri="{FF2B5EF4-FFF2-40B4-BE49-F238E27FC236}">
                        <a16:creationId xmlns:a16="http://schemas.microsoft.com/office/drawing/2014/main" id="{BEC8BF01-C6AA-6747-4576-1CAEF14D0DB3}"/>
                      </a:ext>
                    </a:extLst>
                  </p:cNvPr>
                  <p:cNvCxnSpPr>
                    <a:stCxn id="1218" idx="2"/>
                    <a:endCxn id="1219" idx="0"/>
                  </p:cNvCxnSpPr>
                  <p:nvPr/>
                </p:nvCxnSpPr>
                <p:spPr>
                  <a:xfrm flipH="1">
                    <a:off x="6695021" y="2437144"/>
                    <a:ext cx="1" cy="8943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1" name="矩形: 圓角 1220">
                    <a:extLst>
                      <a:ext uri="{FF2B5EF4-FFF2-40B4-BE49-F238E27FC236}">
                        <a16:creationId xmlns:a16="http://schemas.microsoft.com/office/drawing/2014/main" id="{DABA7ECC-1E8D-BCB3-684C-F4041877457C}"/>
                      </a:ext>
                    </a:extLst>
                  </p:cNvPr>
                  <p:cNvSpPr/>
                  <p:nvPr/>
                </p:nvSpPr>
                <p:spPr>
                  <a:xfrm>
                    <a:off x="7436640" y="2519602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22" name="矩形: 圓角 1221">
                    <a:extLst>
                      <a:ext uri="{FF2B5EF4-FFF2-40B4-BE49-F238E27FC236}">
                        <a16:creationId xmlns:a16="http://schemas.microsoft.com/office/drawing/2014/main" id="{8294B58D-5C4E-BA35-1E10-8735B2030A4E}"/>
                      </a:ext>
                    </a:extLst>
                  </p:cNvPr>
                  <p:cNvSpPr/>
                  <p:nvPr/>
                </p:nvSpPr>
                <p:spPr>
                  <a:xfrm>
                    <a:off x="7496622" y="1971040"/>
                    <a:ext cx="833767" cy="426564"/>
                  </a:xfrm>
                  <a:prstGeom prst="round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Feed </a:t>
                    </a:r>
                    <a:r>
                      <a:rPr lang="en-US" altLang="zh-TW" sz="10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Forwad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223" name="群組 1222">
                    <a:extLst>
                      <a:ext uri="{FF2B5EF4-FFF2-40B4-BE49-F238E27FC236}">
                        <a16:creationId xmlns:a16="http://schemas.microsoft.com/office/drawing/2014/main" id="{ED8DA5E7-7826-24EF-FB61-FBD1F95DC527}"/>
                      </a:ext>
                    </a:extLst>
                  </p:cNvPr>
                  <p:cNvGrpSpPr/>
                  <p:nvPr/>
                </p:nvGrpSpPr>
                <p:grpSpPr>
                  <a:xfrm>
                    <a:off x="7171887" y="2184322"/>
                    <a:ext cx="741619" cy="498808"/>
                    <a:chOff x="7171887" y="2184322"/>
                    <a:chExt cx="741619" cy="498808"/>
                  </a:xfrm>
                </p:grpSpPr>
                <p:cxnSp>
                  <p:nvCxnSpPr>
                    <p:cNvPr id="1232" name="接點: 肘形 1231">
                      <a:extLst>
                        <a:ext uri="{FF2B5EF4-FFF2-40B4-BE49-F238E27FC236}">
                          <a16:creationId xmlns:a16="http://schemas.microsoft.com/office/drawing/2014/main" id="{A1F02EC4-7591-900A-0212-293EF641A46A}"/>
                        </a:ext>
                      </a:extLst>
                    </p:cNvPr>
                    <p:cNvCxnSpPr>
                      <a:cxnSpLocks/>
                      <a:stCxn id="1219" idx="3"/>
                      <a:endCxn id="1222" idx="1"/>
                    </p:cNvCxnSpPr>
                    <p:nvPr/>
                  </p:nvCxnSpPr>
                  <p:spPr>
                    <a:xfrm flipV="1">
                      <a:off x="7171887" y="2184322"/>
                      <a:ext cx="324735" cy="424025"/>
                    </a:xfrm>
                    <a:prstGeom prst="bentConnector3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3" name="接點: 肘形 1232">
                      <a:extLst>
                        <a:ext uri="{FF2B5EF4-FFF2-40B4-BE49-F238E27FC236}">
                          <a16:creationId xmlns:a16="http://schemas.microsoft.com/office/drawing/2014/main" id="{58962F9B-5C88-848C-2324-31D257631D55}"/>
                        </a:ext>
                      </a:extLst>
                    </p:cNvPr>
                    <p:cNvCxnSpPr>
                      <a:cxnSpLocks/>
                      <a:stCxn id="1219" idx="3"/>
                      <a:endCxn id="1221" idx="2"/>
                    </p:cNvCxnSpPr>
                    <p:nvPr/>
                  </p:nvCxnSpPr>
                  <p:spPr>
                    <a:xfrm>
                      <a:off x="7171887" y="2608347"/>
                      <a:ext cx="741619" cy="74783"/>
                    </a:xfrm>
                    <a:prstGeom prst="bentConnector4">
                      <a:avLst>
                        <a:gd name="adj1" fmla="val 21703"/>
                        <a:gd name="adj2" fmla="val 278316"/>
                      </a:avLst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224" name="直線接點 1223">
                    <a:extLst>
                      <a:ext uri="{FF2B5EF4-FFF2-40B4-BE49-F238E27FC236}">
                        <a16:creationId xmlns:a16="http://schemas.microsoft.com/office/drawing/2014/main" id="{8A78A27F-9265-08AF-F92F-84FB6612A891}"/>
                      </a:ext>
                    </a:extLst>
                  </p:cNvPr>
                  <p:cNvCxnSpPr>
                    <a:cxnSpLocks/>
                    <a:stCxn id="1222" idx="2"/>
                    <a:endCxn id="1221" idx="0"/>
                  </p:cNvCxnSpPr>
                  <p:nvPr/>
                </p:nvCxnSpPr>
                <p:spPr>
                  <a:xfrm>
                    <a:off x="7913506" y="2397604"/>
                    <a:ext cx="0" cy="1219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5" name="矩形: 圓角 1224">
                    <a:extLst>
                      <a:ext uri="{FF2B5EF4-FFF2-40B4-BE49-F238E27FC236}">
                        <a16:creationId xmlns:a16="http://schemas.microsoft.com/office/drawing/2014/main" id="{5C7CCB26-BD70-835D-56BD-00A9895DEE03}"/>
                      </a:ext>
                    </a:extLst>
                  </p:cNvPr>
                  <p:cNvSpPr/>
                  <p:nvPr/>
                </p:nvSpPr>
                <p:spPr>
                  <a:xfrm>
                    <a:off x="5069686" y="1970323"/>
                    <a:ext cx="833767" cy="466104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Masked Muti-Head</a:t>
                    </a:r>
                  </a:p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Attention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26" name="矩形: 圓角 1225">
                    <a:extLst>
                      <a:ext uri="{FF2B5EF4-FFF2-40B4-BE49-F238E27FC236}">
                        <a16:creationId xmlns:a16="http://schemas.microsoft.com/office/drawing/2014/main" id="{BE102581-D46B-6A67-B5FD-30307B87CF52}"/>
                      </a:ext>
                    </a:extLst>
                  </p:cNvPr>
                  <p:cNvSpPr/>
                  <p:nvPr/>
                </p:nvSpPr>
                <p:spPr>
                  <a:xfrm>
                    <a:off x="5009703" y="2525866"/>
                    <a:ext cx="953732" cy="163528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Add &amp; Norm</a:t>
                    </a:r>
                    <a:endParaRPr lang="zh-TW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227" name="直線接點 1226">
                    <a:extLst>
                      <a:ext uri="{FF2B5EF4-FFF2-40B4-BE49-F238E27FC236}">
                        <a16:creationId xmlns:a16="http://schemas.microsoft.com/office/drawing/2014/main" id="{AB32CC6D-7763-6859-A967-3173362F72F4}"/>
                      </a:ext>
                    </a:extLst>
                  </p:cNvPr>
                  <p:cNvCxnSpPr>
                    <a:cxnSpLocks/>
                    <a:stCxn id="1225" idx="2"/>
                    <a:endCxn id="1226" idx="0"/>
                  </p:cNvCxnSpPr>
                  <p:nvPr/>
                </p:nvCxnSpPr>
                <p:spPr>
                  <a:xfrm flipH="1">
                    <a:off x="5486569" y="2436427"/>
                    <a:ext cx="1" cy="8943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8" name="接點: 肘形 1227">
                    <a:extLst>
                      <a:ext uri="{FF2B5EF4-FFF2-40B4-BE49-F238E27FC236}">
                        <a16:creationId xmlns:a16="http://schemas.microsoft.com/office/drawing/2014/main" id="{878B1D64-FB40-7B0A-9B3E-C142902B8DE1}"/>
                      </a:ext>
                    </a:extLst>
                  </p:cNvPr>
                  <p:cNvCxnSpPr>
                    <a:stCxn id="1226" idx="3"/>
                    <a:endCxn id="1218" idx="1"/>
                  </p:cNvCxnSpPr>
                  <p:nvPr/>
                </p:nvCxnSpPr>
                <p:spPr>
                  <a:xfrm flipV="1">
                    <a:off x="5963435" y="2223862"/>
                    <a:ext cx="314703" cy="383768"/>
                  </a:xfrm>
                  <a:prstGeom prst="bentConnector3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9" name="接點: 肘形 1228">
                    <a:extLst>
                      <a:ext uri="{FF2B5EF4-FFF2-40B4-BE49-F238E27FC236}">
                        <a16:creationId xmlns:a16="http://schemas.microsoft.com/office/drawing/2014/main" id="{B05B6EEA-921A-C0C6-EA4A-E26945B7C484}"/>
                      </a:ext>
                    </a:extLst>
                  </p:cNvPr>
                  <p:cNvCxnSpPr>
                    <a:stCxn id="1226" idx="3"/>
                    <a:endCxn id="1219" idx="2"/>
                  </p:cNvCxnSpPr>
                  <p:nvPr/>
                </p:nvCxnSpPr>
                <p:spPr>
                  <a:xfrm>
                    <a:off x="5963435" y="2607630"/>
                    <a:ext cx="731586" cy="82481"/>
                  </a:xfrm>
                  <a:prstGeom prst="bentConnector4">
                    <a:avLst>
                      <a:gd name="adj1" fmla="val 21315"/>
                      <a:gd name="adj2" fmla="val 269372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0" name="接點: 肘形 1229">
                    <a:extLst>
                      <a:ext uri="{FF2B5EF4-FFF2-40B4-BE49-F238E27FC236}">
                        <a16:creationId xmlns:a16="http://schemas.microsoft.com/office/drawing/2014/main" id="{A9F00FD8-8B06-18C1-CA3D-3A178F880477}"/>
                      </a:ext>
                    </a:extLst>
                  </p:cNvPr>
                  <p:cNvCxnSpPr>
                    <a:stCxn id="1216" idx="1"/>
                    <a:endCxn id="1225" idx="1"/>
                  </p:cNvCxnSpPr>
                  <p:nvPr/>
                </p:nvCxnSpPr>
                <p:spPr>
                  <a:xfrm rot="10800000" flipH="1">
                    <a:off x="4754982" y="2203375"/>
                    <a:ext cx="314704" cy="181198"/>
                  </a:xfrm>
                  <a:prstGeom prst="bentConnector3">
                    <a:avLst>
                      <a:gd name="adj1" fmla="val 4388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1" name="接點: 肘形 1230">
                    <a:extLst>
                      <a:ext uri="{FF2B5EF4-FFF2-40B4-BE49-F238E27FC236}">
                        <a16:creationId xmlns:a16="http://schemas.microsoft.com/office/drawing/2014/main" id="{D3922824-1E92-07BC-1357-1E918A1D0182}"/>
                      </a:ext>
                    </a:extLst>
                  </p:cNvPr>
                  <p:cNvCxnSpPr>
                    <a:stCxn id="1216" idx="1"/>
                    <a:endCxn id="1226" idx="2"/>
                  </p:cNvCxnSpPr>
                  <p:nvPr/>
                </p:nvCxnSpPr>
                <p:spPr>
                  <a:xfrm rot="10800000" flipH="1" flipV="1">
                    <a:off x="4754981" y="2384572"/>
                    <a:ext cx="731587" cy="304821"/>
                  </a:xfrm>
                  <a:prstGeom prst="bentConnector4">
                    <a:avLst>
                      <a:gd name="adj1" fmla="val 18879"/>
                      <a:gd name="adj2" fmla="val 144716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12" name="文字方塊 1211">
                  <a:extLst>
                    <a:ext uri="{FF2B5EF4-FFF2-40B4-BE49-F238E27FC236}">
                      <a16:creationId xmlns:a16="http://schemas.microsoft.com/office/drawing/2014/main" id="{3B3FAF90-51AE-17B0-34C9-AC6310403090}"/>
                    </a:ext>
                  </a:extLst>
                </p:cNvPr>
                <p:cNvSpPr txBox="1"/>
                <p:nvPr/>
              </p:nvSpPr>
              <p:spPr>
                <a:xfrm>
                  <a:off x="5873742" y="69533"/>
                  <a:ext cx="3444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Nx</a:t>
                  </a:r>
                  <a:endParaRPr lang="en-US" altLang="zh-TW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3" name="文字方塊 1212">
                  <a:extLst>
                    <a:ext uri="{FF2B5EF4-FFF2-40B4-BE49-F238E27FC236}">
                      <a16:creationId xmlns:a16="http://schemas.microsoft.com/office/drawing/2014/main" id="{31A8BCEB-7550-0562-7662-9E72DF9F420A}"/>
                    </a:ext>
                  </a:extLst>
                </p:cNvPr>
                <p:cNvSpPr txBox="1"/>
                <p:nvPr/>
              </p:nvSpPr>
              <p:spPr>
                <a:xfrm>
                  <a:off x="6369482" y="2933749"/>
                  <a:ext cx="34441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Nx</a:t>
                  </a:r>
                  <a:endParaRPr lang="en-US" altLang="zh-TW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14" name="接點: 肘形 1213">
                  <a:extLst>
                    <a:ext uri="{FF2B5EF4-FFF2-40B4-BE49-F238E27FC236}">
                      <a16:creationId xmlns:a16="http://schemas.microsoft.com/office/drawing/2014/main" id="{C1BCD1D7-8B64-2754-FF1A-1754EBC111F6}"/>
                    </a:ext>
                  </a:extLst>
                </p:cNvPr>
                <p:cNvCxnSpPr>
                  <a:stCxn id="1250" idx="3"/>
                  <a:endCxn id="1218" idx="0"/>
                </p:cNvCxnSpPr>
                <p:nvPr/>
              </p:nvCxnSpPr>
              <p:spPr>
                <a:xfrm flipH="1">
                  <a:off x="6695022" y="1061669"/>
                  <a:ext cx="536848" cy="948911"/>
                </a:xfrm>
                <a:prstGeom prst="bentConnector4">
                  <a:avLst>
                    <a:gd name="adj1" fmla="val -42582"/>
                    <a:gd name="adj2" fmla="val 54308"/>
                  </a:avLst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8" name="群組 1197">
                <a:extLst>
                  <a:ext uri="{FF2B5EF4-FFF2-40B4-BE49-F238E27FC236}">
                    <a16:creationId xmlns:a16="http://schemas.microsoft.com/office/drawing/2014/main" id="{1545957A-5E3A-10FB-6103-13A56F2B502E}"/>
                  </a:ext>
                </a:extLst>
              </p:cNvPr>
              <p:cNvGrpSpPr/>
              <p:nvPr/>
            </p:nvGrpSpPr>
            <p:grpSpPr>
              <a:xfrm>
                <a:off x="8396722" y="1135470"/>
                <a:ext cx="1180102" cy="1472246"/>
                <a:chOff x="8396722" y="1135470"/>
                <a:chExt cx="1180102" cy="1472246"/>
              </a:xfrm>
            </p:grpSpPr>
            <p:sp>
              <p:nvSpPr>
                <p:cNvPr id="1204" name="矩形: 圓角 1203">
                  <a:extLst>
                    <a:ext uri="{FF2B5EF4-FFF2-40B4-BE49-F238E27FC236}">
                      <a16:creationId xmlns:a16="http://schemas.microsoft.com/office/drawing/2014/main" id="{37223D7E-A2B0-6287-1090-645295EA6091}"/>
                    </a:ext>
                  </a:extLst>
                </p:cNvPr>
                <p:cNvSpPr/>
                <p:nvPr/>
              </p:nvSpPr>
              <p:spPr>
                <a:xfrm>
                  <a:off x="8744667" y="2299404"/>
                  <a:ext cx="782383" cy="308311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Linear</a:t>
                  </a:r>
                  <a:endParaRPr lang="en-US" altLang="zh-TW" sz="5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5" name="矩形: 圓角 1204">
                  <a:extLst>
                    <a:ext uri="{FF2B5EF4-FFF2-40B4-BE49-F238E27FC236}">
                      <a16:creationId xmlns:a16="http://schemas.microsoft.com/office/drawing/2014/main" id="{9DE09601-E2C5-4721-E722-26B4BBC1FDEF}"/>
                    </a:ext>
                  </a:extLst>
                </p:cNvPr>
                <p:cNvSpPr/>
                <p:nvPr/>
              </p:nvSpPr>
              <p:spPr>
                <a:xfrm>
                  <a:off x="8744666" y="1787048"/>
                  <a:ext cx="782383" cy="260888"/>
                </a:xfrm>
                <a:prstGeom prst="roundRect">
                  <a:avLst/>
                </a:prstGeom>
                <a:solidFill>
                  <a:srgbClr val="FEF7C4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Softmax</a:t>
                  </a:r>
                  <a:endParaRPr lang="en-US" altLang="zh-TW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06" name="接點: 肘形 1205">
                  <a:extLst>
                    <a:ext uri="{FF2B5EF4-FFF2-40B4-BE49-F238E27FC236}">
                      <a16:creationId xmlns:a16="http://schemas.microsoft.com/office/drawing/2014/main" id="{679E2214-85C2-B82B-4E02-4F03902594A5}"/>
                    </a:ext>
                  </a:extLst>
                </p:cNvPr>
                <p:cNvCxnSpPr>
                  <a:cxnSpLocks/>
                  <a:stCxn id="1221" idx="3"/>
                  <a:endCxn id="1204" idx="1"/>
                </p:cNvCxnSpPr>
                <p:nvPr/>
              </p:nvCxnSpPr>
              <p:spPr>
                <a:xfrm flipV="1">
                  <a:off x="8396722" y="2453560"/>
                  <a:ext cx="347945" cy="154156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7" name="直線單箭頭接點 1206">
                  <a:extLst>
                    <a:ext uri="{FF2B5EF4-FFF2-40B4-BE49-F238E27FC236}">
                      <a16:creationId xmlns:a16="http://schemas.microsoft.com/office/drawing/2014/main" id="{E43ED4CD-C769-09FC-C726-8CE5E3C0AC9D}"/>
                    </a:ext>
                  </a:extLst>
                </p:cNvPr>
                <p:cNvCxnSpPr>
                  <a:cxnSpLocks/>
                  <a:stCxn id="1204" idx="0"/>
                  <a:endCxn id="1205" idx="2"/>
                </p:cNvCxnSpPr>
                <p:nvPr/>
              </p:nvCxnSpPr>
              <p:spPr>
                <a:xfrm flipH="1" flipV="1">
                  <a:off x="9135858" y="2047936"/>
                  <a:ext cx="1" cy="2514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08" name="文字方塊 1207">
                  <a:extLst>
                    <a:ext uri="{FF2B5EF4-FFF2-40B4-BE49-F238E27FC236}">
                      <a16:creationId xmlns:a16="http://schemas.microsoft.com/office/drawing/2014/main" id="{316B2842-E80F-D593-05E2-6EB196BD3919}"/>
                    </a:ext>
                  </a:extLst>
                </p:cNvPr>
                <p:cNvSpPr txBox="1"/>
                <p:nvPr/>
              </p:nvSpPr>
              <p:spPr>
                <a:xfrm>
                  <a:off x="8694890" y="1135470"/>
                  <a:ext cx="8819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Output Probabilities</a:t>
                  </a:r>
                </a:p>
              </p:txBody>
            </p:sp>
            <p:cxnSp>
              <p:nvCxnSpPr>
                <p:cNvPr id="1209" name="直線單箭頭接點 1208">
                  <a:extLst>
                    <a:ext uri="{FF2B5EF4-FFF2-40B4-BE49-F238E27FC236}">
                      <a16:creationId xmlns:a16="http://schemas.microsoft.com/office/drawing/2014/main" id="{900AF2B9-23CF-1E30-6466-6650E9894E08}"/>
                    </a:ext>
                  </a:extLst>
                </p:cNvPr>
                <p:cNvCxnSpPr>
                  <a:stCxn id="1205" idx="0"/>
                  <a:endCxn id="1208" idx="2"/>
                </p:cNvCxnSpPr>
                <p:nvPr/>
              </p:nvCxnSpPr>
              <p:spPr>
                <a:xfrm flipH="1" flipV="1">
                  <a:off x="9135857" y="1535580"/>
                  <a:ext cx="1" cy="25146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9" name="群組 1198">
                <a:extLst>
                  <a:ext uri="{FF2B5EF4-FFF2-40B4-BE49-F238E27FC236}">
                    <a16:creationId xmlns:a16="http://schemas.microsoft.com/office/drawing/2014/main" id="{7086559B-7D8F-853C-D0D7-29EEA649308A}"/>
                  </a:ext>
                </a:extLst>
              </p:cNvPr>
              <p:cNvGrpSpPr/>
              <p:nvPr/>
            </p:nvGrpSpPr>
            <p:grpSpPr>
              <a:xfrm>
                <a:off x="939567" y="2160089"/>
                <a:ext cx="3110007" cy="461665"/>
                <a:chOff x="939567" y="2160089"/>
                <a:chExt cx="3110007" cy="461665"/>
              </a:xfrm>
            </p:grpSpPr>
            <p:sp>
              <p:nvSpPr>
                <p:cNvPr id="1200" name="矩形: 圓角 1199">
                  <a:extLst>
                    <a:ext uri="{FF2B5EF4-FFF2-40B4-BE49-F238E27FC236}">
                      <a16:creationId xmlns:a16="http://schemas.microsoft.com/office/drawing/2014/main" id="{E19DB702-17EF-91CF-4858-5E4616649677}"/>
                    </a:ext>
                  </a:extLst>
                </p:cNvPr>
                <p:cNvSpPr/>
                <p:nvPr/>
              </p:nvSpPr>
              <p:spPr>
                <a:xfrm>
                  <a:off x="2182293" y="2269946"/>
                  <a:ext cx="1482564" cy="241952"/>
                </a:xfrm>
                <a:prstGeom prst="roundRect">
                  <a:avLst/>
                </a:prstGeom>
                <a:solidFill>
                  <a:srgbClr val="FBF3FB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Output Embedding</a:t>
                  </a:r>
                </a:p>
              </p:txBody>
            </p:sp>
            <p:sp>
              <p:nvSpPr>
                <p:cNvPr id="1201" name="文字方塊 1200">
                  <a:extLst>
                    <a:ext uri="{FF2B5EF4-FFF2-40B4-BE49-F238E27FC236}">
                      <a16:creationId xmlns:a16="http://schemas.microsoft.com/office/drawing/2014/main" id="{560A8FDC-5A7B-A077-788A-D1A968A79201}"/>
                    </a:ext>
                  </a:extLst>
                </p:cNvPr>
                <p:cNvSpPr txBox="1"/>
                <p:nvPr/>
              </p:nvSpPr>
              <p:spPr>
                <a:xfrm>
                  <a:off x="939567" y="2160089"/>
                  <a:ext cx="103746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Outputs </a:t>
                  </a:r>
                </a:p>
                <a:p>
                  <a:pPr algn="ctr"/>
                  <a:r>
                    <a:rPr lang="en-US" altLang="zh-TW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(shifted right)</a:t>
                  </a:r>
                </a:p>
              </p:txBody>
            </p:sp>
            <p:cxnSp>
              <p:nvCxnSpPr>
                <p:cNvPr id="1202" name="直線單箭頭接點 1201">
                  <a:extLst>
                    <a:ext uri="{FF2B5EF4-FFF2-40B4-BE49-F238E27FC236}">
                      <a16:creationId xmlns:a16="http://schemas.microsoft.com/office/drawing/2014/main" id="{F827189D-6930-72F0-C76C-8F8364483AC7}"/>
                    </a:ext>
                  </a:extLst>
                </p:cNvPr>
                <p:cNvCxnSpPr>
                  <a:stCxn id="1201" idx="3"/>
                  <a:endCxn id="1200" idx="1"/>
                </p:cNvCxnSpPr>
                <p:nvPr/>
              </p:nvCxnSpPr>
              <p:spPr>
                <a:xfrm>
                  <a:off x="1977030" y="2390922"/>
                  <a:ext cx="2052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3" name="直線單箭頭接點 1202">
                  <a:extLst>
                    <a:ext uri="{FF2B5EF4-FFF2-40B4-BE49-F238E27FC236}">
                      <a16:creationId xmlns:a16="http://schemas.microsoft.com/office/drawing/2014/main" id="{86225D5F-3914-6497-4E82-32F7FB68E9E8}"/>
                    </a:ext>
                  </a:extLst>
                </p:cNvPr>
                <p:cNvCxnSpPr>
                  <a:stCxn id="1200" idx="3"/>
                  <a:endCxn id="1236" idx="6"/>
                </p:cNvCxnSpPr>
                <p:nvPr/>
              </p:nvCxnSpPr>
              <p:spPr>
                <a:xfrm>
                  <a:off x="3664857" y="2390922"/>
                  <a:ext cx="384717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89" name="接點: 肘形 1288">
              <a:extLst>
                <a:ext uri="{FF2B5EF4-FFF2-40B4-BE49-F238E27FC236}">
                  <a16:creationId xmlns:a16="http://schemas.microsoft.com/office/drawing/2014/main" id="{539E5D26-7D88-08FB-2AC6-FA8F5716B924}"/>
                </a:ext>
              </a:extLst>
            </p:cNvPr>
            <p:cNvCxnSpPr>
              <a:stCxn id="1190" idx="2"/>
              <a:endCxn id="1244" idx="1"/>
            </p:cNvCxnSpPr>
            <p:nvPr/>
          </p:nvCxnSpPr>
          <p:spPr>
            <a:xfrm rot="16200000" flipH="1">
              <a:off x="3878721" y="4346718"/>
              <a:ext cx="256045" cy="48396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436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117</Words>
  <Application>Microsoft Office PowerPoint</Application>
  <PresentationFormat>寬螢幕</PresentationFormat>
  <Paragraphs>63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朱禹丞 (112522093)</dc:creator>
  <cp:lastModifiedBy>朱禹丞 (112522093)</cp:lastModifiedBy>
  <cp:revision>3</cp:revision>
  <dcterms:created xsi:type="dcterms:W3CDTF">2025-07-17T04:54:15Z</dcterms:created>
  <dcterms:modified xsi:type="dcterms:W3CDTF">2025-07-17T05:52:57Z</dcterms:modified>
</cp:coreProperties>
</file>